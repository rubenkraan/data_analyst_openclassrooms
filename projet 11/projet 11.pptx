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73" r:id="rId16"/>
    <p:sldId id="274" r:id="rId17"/>
    <p:sldId id="275" r:id="rId18"/>
    <p:sldId id="278" r:id="rId19"/>
    <p:sldId id="276" r:id="rId20"/>
    <p:sldId id="277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3B0697-EC4D-40D2-85F9-444E41376CE5}" v="18" dt="2025-07-15T07:41:42.9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1" d="100"/>
          <a:sy n="91" d="100"/>
        </p:scale>
        <p:origin x="6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ben Kraan" userId="3ab5a76f85f29f2b" providerId="LiveId" clId="{6F3B0697-EC4D-40D2-85F9-444E41376CE5}"/>
    <pc:docChg chg="undo custSel addSld delSld modSld">
      <pc:chgData name="Ruben Kraan" userId="3ab5a76f85f29f2b" providerId="LiveId" clId="{6F3B0697-EC4D-40D2-85F9-444E41376CE5}" dt="2025-07-15T07:45:46.338" v="1643" actId="403"/>
      <pc:docMkLst>
        <pc:docMk/>
      </pc:docMkLst>
      <pc:sldChg chg="modSp mod">
        <pc:chgData name="Ruben Kraan" userId="3ab5a76f85f29f2b" providerId="LiveId" clId="{6F3B0697-EC4D-40D2-85F9-444E41376CE5}" dt="2025-07-14T08:31:17.217" v="1130" actId="790"/>
        <pc:sldMkLst>
          <pc:docMk/>
          <pc:sldMk cId="3397784109" sldId="256"/>
        </pc:sldMkLst>
        <pc:spChg chg="mod">
          <ac:chgData name="Ruben Kraan" userId="3ab5a76f85f29f2b" providerId="LiveId" clId="{6F3B0697-EC4D-40D2-85F9-444E41376CE5}" dt="2025-07-14T08:31:17.217" v="1130" actId="790"/>
          <ac:spMkLst>
            <pc:docMk/>
            <pc:sldMk cId="3397784109" sldId="256"/>
            <ac:spMk id="2" creationId="{CEDE57F1-957C-F319-1F15-FE9EABAD78DA}"/>
          </ac:spMkLst>
        </pc:spChg>
        <pc:spChg chg="mod">
          <ac:chgData name="Ruben Kraan" userId="3ab5a76f85f29f2b" providerId="LiveId" clId="{6F3B0697-EC4D-40D2-85F9-444E41376CE5}" dt="2025-07-14T08:31:17.217" v="1130" actId="790"/>
          <ac:spMkLst>
            <pc:docMk/>
            <pc:sldMk cId="3397784109" sldId="256"/>
            <ac:spMk id="3" creationId="{2C2EC0DF-C092-18C6-D3C9-FE5DC9E2C224}"/>
          </ac:spMkLst>
        </pc:spChg>
        <pc:spChg chg="mod">
          <ac:chgData name="Ruben Kraan" userId="3ab5a76f85f29f2b" providerId="LiveId" clId="{6F3B0697-EC4D-40D2-85F9-444E41376CE5}" dt="2025-07-14T08:31:17.217" v="1130" actId="790"/>
          <ac:spMkLst>
            <pc:docMk/>
            <pc:sldMk cId="3397784109" sldId="256"/>
            <ac:spMk id="9" creationId="{80B98925-0550-1AFB-C1DC-02792400FB71}"/>
          </ac:spMkLst>
        </pc:spChg>
        <pc:spChg chg="mod">
          <ac:chgData name="Ruben Kraan" userId="3ab5a76f85f29f2b" providerId="LiveId" clId="{6F3B0697-EC4D-40D2-85F9-444E41376CE5}" dt="2025-07-14T08:31:17.217" v="1130" actId="790"/>
          <ac:spMkLst>
            <pc:docMk/>
            <pc:sldMk cId="3397784109" sldId="256"/>
            <ac:spMk id="11" creationId="{0CCA9273-E74E-A306-1F74-BEF9EDA30500}"/>
          </ac:spMkLst>
        </pc:spChg>
      </pc:sldChg>
      <pc:sldChg chg="addSp modSp mod setBg">
        <pc:chgData name="Ruben Kraan" userId="3ab5a76f85f29f2b" providerId="LiveId" clId="{6F3B0697-EC4D-40D2-85F9-444E41376CE5}" dt="2025-07-14T09:40:45.595" v="1559" actId="26606"/>
        <pc:sldMkLst>
          <pc:docMk/>
          <pc:sldMk cId="4134596654" sldId="257"/>
        </pc:sldMkLst>
        <pc:spChg chg="mod">
          <ac:chgData name="Ruben Kraan" userId="3ab5a76f85f29f2b" providerId="LiveId" clId="{6F3B0697-EC4D-40D2-85F9-444E41376CE5}" dt="2025-07-14T09:40:45.595" v="1559" actId="26606"/>
          <ac:spMkLst>
            <pc:docMk/>
            <pc:sldMk cId="4134596654" sldId="257"/>
            <ac:spMk id="2" creationId="{804F5B6E-3B30-1ACA-9DEE-73C8E822B52E}"/>
          </ac:spMkLst>
        </pc:spChg>
        <pc:spChg chg="mod">
          <ac:chgData name="Ruben Kraan" userId="3ab5a76f85f29f2b" providerId="LiveId" clId="{6F3B0697-EC4D-40D2-85F9-444E41376CE5}" dt="2025-07-14T09:40:45.595" v="1559" actId="26606"/>
          <ac:spMkLst>
            <pc:docMk/>
            <pc:sldMk cId="4134596654" sldId="257"/>
            <ac:spMk id="3" creationId="{4281E507-D7BE-DF71-57D6-B561DC4F48BE}"/>
          </ac:spMkLst>
        </pc:spChg>
        <pc:spChg chg="add">
          <ac:chgData name="Ruben Kraan" userId="3ab5a76f85f29f2b" providerId="LiveId" clId="{6F3B0697-EC4D-40D2-85F9-444E41376CE5}" dt="2025-07-14T09:40:45.595" v="1559" actId="26606"/>
          <ac:spMkLst>
            <pc:docMk/>
            <pc:sldMk cId="4134596654" sldId="257"/>
            <ac:spMk id="9" creationId="{E49D7415-2F11-44C2-B6AA-13A25B6814B9}"/>
          </ac:spMkLst>
        </pc:spChg>
        <pc:picChg chg="add">
          <ac:chgData name="Ruben Kraan" userId="3ab5a76f85f29f2b" providerId="LiveId" clId="{6F3B0697-EC4D-40D2-85F9-444E41376CE5}" dt="2025-07-14T09:40:45.595" v="1559" actId="26606"/>
          <ac:picMkLst>
            <pc:docMk/>
            <pc:sldMk cId="4134596654" sldId="257"/>
            <ac:picMk id="5" creationId="{F734778A-5D80-BB5D-B152-160123EEB18D}"/>
          </ac:picMkLst>
        </pc:picChg>
        <pc:cxnChg chg="add">
          <ac:chgData name="Ruben Kraan" userId="3ab5a76f85f29f2b" providerId="LiveId" clId="{6F3B0697-EC4D-40D2-85F9-444E41376CE5}" dt="2025-07-14T09:40:45.595" v="1559" actId="26606"/>
          <ac:cxnSpMkLst>
            <pc:docMk/>
            <pc:sldMk cId="4134596654" sldId="257"/>
            <ac:cxnSpMk id="11" creationId="{511FC409-B3C2-4F68-865C-C5333D6F2710}"/>
          </ac:cxnSpMkLst>
        </pc:cxnChg>
        <pc:cxnChg chg="add">
          <ac:chgData name="Ruben Kraan" userId="3ab5a76f85f29f2b" providerId="LiveId" clId="{6F3B0697-EC4D-40D2-85F9-444E41376CE5}" dt="2025-07-14T09:40:45.595" v="1559" actId="26606"/>
          <ac:cxnSpMkLst>
            <pc:docMk/>
            <pc:sldMk cId="4134596654" sldId="257"/>
            <ac:cxnSpMk id="13" creationId="{B810270D-76A7-44B3-9746-7EDF5788602E}"/>
          </ac:cxnSpMkLst>
        </pc:cxnChg>
      </pc:sldChg>
      <pc:sldChg chg="addSp delSp modSp mod setBg">
        <pc:chgData name="Ruben Kraan" userId="3ab5a76f85f29f2b" providerId="LiveId" clId="{6F3B0697-EC4D-40D2-85F9-444E41376CE5}" dt="2025-07-14T09:40:51.150" v="1560" actId="26606"/>
        <pc:sldMkLst>
          <pc:docMk/>
          <pc:sldMk cId="2712630490" sldId="258"/>
        </pc:sldMkLst>
        <pc:spChg chg="mod">
          <ac:chgData name="Ruben Kraan" userId="3ab5a76f85f29f2b" providerId="LiveId" clId="{6F3B0697-EC4D-40D2-85F9-444E41376CE5}" dt="2025-07-14T09:40:51.150" v="1560" actId="26606"/>
          <ac:spMkLst>
            <pc:docMk/>
            <pc:sldMk cId="2712630490" sldId="258"/>
            <ac:spMk id="2" creationId="{2AA3CE31-C8F0-F8CE-35DF-053ECF038339}"/>
          </ac:spMkLst>
        </pc:spChg>
        <pc:spChg chg="del mod">
          <ac:chgData name="Ruben Kraan" userId="3ab5a76f85f29f2b" providerId="LiveId" clId="{6F3B0697-EC4D-40D2-85F9-444E41376CE5}" dt="2025-07-14T09:40:51.150" v="1560" actId="26606"/>
          <ac:spMkLst>
            <pc:docMk/>
            <pc:sldMk cId="2712630490" sldId="258"/>
            <ac:spMk id="3" creationId="{9A66B0D4-62EB-7B14-318D-B31F0E308D6F}"/>
          </ac:spMkLst>
        </pc:spChg>
        <pc:spChg chg="add">
          <ac:chgData name="Ruben Kraan" userId="3ab5a76f85f29f2b" providerId="LiveId" clId="{6F3B0697-EC4D-40D2-85F9-444E41376CE5}" dt="2025-07-14T09:40:51.150" v="1560" actId="26606"/>
          <ac:spMkLst>
            <pc:docMk/>
            <pc:sldMk cId="2712630490" sldId="258"/>
            <ac:spMk id="9" creationId="{985184E4-C93A-4E34-8365-1886AAC5DE60}"/>
          </ac:spMkLst>
        </pc:spChg>
        <pc:graphicFrameChg chg="add">
          <ac:chgData name="Ruben Kraan" userId="3ab5a76f85f29f2b" providerId="LiveId" clId="{6F3B0697-EC4D-40D2-85F9-444E41376CE5}" dt="2025-07-14T09:40:51.150" v="1560" actId="26606"/>
          <ac:graphicFrameMkLst>
            <pc:docMk/>
            <pc:sldMk cId="2712630490" sldId="258"/>
            <ac:graphicFrameMk id="5" creationId="{8C542FE0-9A46-63E4-360A-8BEE7B749B58}"/>
          </ac:graphicFrameMkLst>
        </pc:graphicFrameChg>
        <pc:cxnChg chg="add">
          <ac:chgData name="Ruben Kraan" userId="3ab5a76f85f29f2b" providerId="LiveId" clId="{6F3B0697-EC4D-40D2-85F9-444E41376CE5}" dt="2025-07-14T09:40:51.150" v="1560" actId="26606"/>
          <ac:cxnSpMkLst>
            <pc:docMk/>
            <pc:sldMk cId="2712630490" sldId="258"/>
            <ac:cxnSpMk id="11" creationId="{8AB0D40B-37F7-4F1F-B956-AFC12066ABE3}"/>
          </ac:cxnSpMkLst>
        </pc:cxnChg>
      </pc:sldChg>
      <pc:sldChg chg="modSp new del mod">
        <pc:chgData name="Ruben Kraan" userId="3ab5a76f85f29f2b" providerId="LiveId" clId="{6F3B0697-EC4D-40D2-85F9-444E41376CE5}" dt="2025-07-14T09:41:00.836" v="1561" actId="2696"/>
        <pc:sldMkLst>
          <pc:docMk/>
          <pc:sldMk cId="3304494443" sldId="259"/>
        </pc:sldMkLst>
        <pc:spChg chg="mod">
          <ac:chgData name="Ruben Kraan" userId="3ab5a76f85f29f2b" providerId="LiveId" clId="{6F3B0697-EC4D-40D2-85F9-444E41376CE5}" dt="2025-07-14T08:31:17.217" v="1130" actId="790"/>
          <ac:spMkLst>
            <pc:docMk/>
            <pc:sldMk cId="3304494443" sldId="259"/>
            <ac:spMk id="2" creationId="{A9782E1F-1758-88CA-3880-FAD5AF1A947C}"/>
          </ac:spMkLst>
        </pc:spChg>
        <pc:spChg chg="mod">
          <ac:chgData name="Ruben Kraan" userId="3ab5a76f85f29f2b" providerId="LiveId" clId="{6F3B0697-EC4D-40D2-85F9-444E41376CE5}" dt="2025-07-14T08:31:17.217" v="1130" actId="790"/>
          <ac:spMkLst>
            <pc:docMk/>
            <pc:sldMk cId="3304494443" sldId="259"/>
            <ac:spMk id="3" creationId="{9F64F134-849A-D0E2-BA28-ACF833787EDE}"/>
          </ac:spMkLst>
        </pc:spChg>
      </pc:sldChg>
      <pc:sldChg chg="addSp modSp new mod setBg">
        <pc:chgData name="Ruben Kraan" userId="3ab5a76f85f29f2b" providerId="LiveId" clId="{6F3B0697-EC4D-40D2-85F9-444E41376CE5}" dt="2025-07-14T09:41:02.659" v="1562" actId="26606"/>
        <pc:sldMkLst>
          <pc:docMk/>
          <pc:sldMk cId="1987186511" sldId="260"/>
        </pc:sldMkLst>
        <pc:spChg chg="mod">
          <ac:chgData name="Ruben Kraan" userId="3ab5a76f85f29f2b" providerId="LiveId" clId="{6F3B0697-EC4D-40D2-85F9-444E41376CE5}" dt="2025-07-14T09:41:02.659" v="1562" actId="26606"/>
          <ac:spMkLst>
            <pc:docMk/>
            <pc:sldMk cId="1987186511" sldId="260"/>
            <ac:spMk id="2" creationId="{DF0D6CBC-0161-6240-F905-BDB7E88235CA}"/>
          </ac:spMkLst>
        </pc:spChg>
        <pc:spChg chg="mod">
          <ac:chgData name="Ruben Kraan" userId="3ab5a76f85f29f2b" providerId="LiveId" clId="{6F3B0697-EC4D-40D2-85F9-444E41376CE5}" dt="2025-07-14T09:41:02.659" v="1562" actId="26606"/>
          <ac:spMkLst>
            <pc:docMk/>
            <pc:sldMk cId="1987186511" sldId="260"/>
            <ac:spMk id="3" creationId="{E73107D8-B267-AE76-F093-4FA99B29CB9A}"/>
          </ac:spMkLst>
        </pc:spChg>
        <pc:spChg chg="add">
          <ac:chgData name="Ruben Kraan" userId="3ab5a76f85f29f2b" providerId="LiveId" clId="{6F3B0697-EC4D-40D2-85F9-444E41376CE5}" dt="2025-07-14T09:41:02.659" v="1562" actId="26606"/>
          <ac:spMkLst>
            <pc:docMk/>
            <pc:sldMk cId="1987186511" sldId="260"/>
            <ac:spMk id="8" creationId="{EEF92585-7A99-6108-9663-8C59032742EC}"/>
          </ac:spMkLst>
        </pc:spChg>
        <pc:cxnChg chg="add">
          <ac:chgData name="Ruben Kraan" userId="3ab5a76f85f29f2b" providerId="LiveId" clId="{6F3B0697-EC4D-40D2-85F9-444E41376CE5}" dt="2025-07-14T09:41:02.659" v="1562" actId="26606"/>
          <ac:cxnSpMkLst>
            <pc:docMk/>
            <pc:sldMk cId="1987186511" sldId="260"/>
            <ac:cxnSpMk id="10" creationId="{78F0A063-5253-8DF5-3B7B-12FE096705F1}"/>
          </ac:cxnSpMkLst>
        </pc:cxnChg>
      </pc:sldChg>
      <pc:sldChg chg="addSp delSp modSp new mod setBg">
        <pc:chgData name="Ruben Kraan" userId="3ab5a76f85f29f2b" providerId="LiveId" clId="{6F3B0697-EC4D-40D2-85F9-444E41376CE5}" dt="2025-07-14T09:41:06.626" v="1563" actId="26606"/>
        <pc:sldMkLst>
          <pc:docMk/>
          <pc:sldMk cId="1869536959" sldId="261"/>
        </pc:sldMkLst>
        <pc:spChg chg="mod">
          <ac:chgData name="Ruben Kraan" userId="3ab5a76f85f29f2b" providerId="LiveId" clId="{6F3B0697-EC4D-40D2-85F9-444E41376CE5}" dt="2025-07-14T09:41:06.626" v="1563" actId="26606"/>
          <ac:spMkLst>
            <pc:docMk/>
            <pc:sldMk cId="1869536959" sldId="261"/>
            <ac:spMk id="2" creationId="{DDFAE76A-EB6B-6009-F4BA-F32B9846E7CC}"/>
          </ac:spMkLst>
        </pc:spChg>
        <pc:spChg chg="del mod">
          <ac:chgData name="Ruben Kraan" userId="3ab5a76f85f29f2b" providerId="LiveId" clId="{6F3B0697-EC4D-40D2-85F9-444E41376CE5}" dt="2025-07-14T07:46:14.594" v="336" actId="478"/>
          <ac:spMkLst>
            <pc:docMk/>
            <pc:sldMk cId="1869536959" sldId="261"/>
            <ac:spMk id="3" creationId="{A2478ACC-3FE9-06EA-DB1D-35540F15FA46}"/>
          </ac:spMkLst>
        </pc:spChg>
        <pc:spChg chg="add mod">
          <ac:chgData name="Ruben Kraan" userId="3ab5a76f85f29f2b" providerId="LiveId" clId="{6F3B0697-EC4D-40D2-85F9-444E41376CE5}" dt="2025-07-14T09:41:06.626" v="1563" actId="26606"/>
          <ac:spMkLst>
            <pc:docMk/>
            <pc:sldMk cId="1869536959" sldId="261"/>
            <ac:spMk id="7" creationId="{7D55B034-73B1-03FB-7B35-543914D9262D}"/>
          </ac:spMkLst>
        </pc:spChg>
        <pc:spChg chg="add del mod">
          <ac:chgData name="Ruben Kraan" userId="3ab5a76f85f29f2b" providerId="LiveId" clId="{6F3B0697-EC4D-40D2-85F9-444E41376CE5}" dt="2025-07-14T09:41:06.626" v="1563" actId="26606"/>
          <ac:spMkLst>
            <pc:docMk/>
            <pc:sldMk cId="1869536959" sldId="261"/>
            <ac:spMk id="10" creationId="{E49D7415-2F11-44C2-B6AA-13A25B6814B9}"/>
          </ac:spMkLst>
        </pc:spChg>
        <pc:spChg chg="add">
          <ac:chgData name="Ruben Kraan" userId="3ab5a76f85f29f2b" providerId="LiveId" clId="{6F3B0697-EC4D-40D2-85F9-444E41376CE5}" dt="2025-07-14T09:41:06.626" v="1563" actId="26606"/>
          <ac:spMkLst>
            <pc:docMk/>
            <pc:sldMk cId="1869536959" sldId="261"/>
            <ac:spMk id="19" creationId="{E49D7415-2F11-44C2-B6AA-13A25B6814B9}"/>
          </ac:spMkLst>
        </pc:spChg>
        <pc:picChg chg="add mod ord">
          <ac:chgData name="Ruben Kraan" userId="3ab5a76f85f29f2b" providerId="LiveId" clId="{6F3B0697-EC4D-40D2-85F9-444E41376CE5}" dt="2025-07-14T09:41:06.626" v="1563" actId="26606"/>
          <ac:picMkLst>
            <pc:docMk/>
            <pc:sldMk cId="1869536959" sldId="261"/>
            <ac:picMk id="5" creationId="{EFECC7B3-28BB-244D-5D13-4EC77BBFC0DD}"/>
          </ac:picMkLst>
        </pc:picChg>
        <pc:cxnChg chg="add del">
          <ac:chgData name="Ruben Kraan" userId="3ab5a76f85f29f2b" providerId="LiveId" clId="{6F3B0697-EC4D-40D2-85F9-444E41376CE5}" dt="2025-07-14T09:41:06.626" v="1563" actId="26606"/>
          <ac:cxnSpMkLst>
            <pc:docMk/>
            <pc:sldMk cId="1869536959" sldId="261"/>
            <ac:cxnSpMk id="12" creationId="{8E813B4C-6731-0B72-5252-A79AB0E20B58}"/>
          </ac:cxnSpMkLst>
        </pc:cxnChg>
        <pc:cxnChg chg="add del">
          <ac:chgData name="Ruben Kraan" userId="3ab5a76f85f29f2b" providerId="LiveId" clId="{6F3B0697-EC4D-40D2-85F9-444E41376CE5}" dt="2025-07-14T09:41:06.626" v="1563" actId="26606"/>
          <ac:cxnSpMkLst>
            <pc:docMk/>
            <pc:sldMk cId="1869536959" sldId="261"/>
            <ac:cxnSpMk id="14" creationId="{6E0E8146-6E65-2E6C-0C86-547E3C925406}"/>
          </ac:cxnSpMkLst>
        </pc:cxnChg>
        <pc:cxnChg chg="add">
          <ac:chgData name="Ruben Kraan" userId="3ab5a76f85f29f2b" providerId="LiveId" clId="{6F3B0697-EC4D-40D2-85F9-444E41376CE5}" dt="2025-07-14T09:41:06.626" v="1563" actId="26606"/>
          <ac:cxnSpMkLst>
            <pc:docMk/>
            <pc:sldMk cId="1869536959" sldId="261"/>
            <ac:cxnSpMk id="21" creationId="{D2E57F3D-33BE-4306-87E6-245763719516}"/>
          </ac:cxnSpMkLst>
        </pc:cxnChg>
      </pc:sldChg>
      <pc:sldChg chg="addSp delSp modSp new mod setBg">
        <pc:chgData name="Ruben Kraan" userId="3ab5a76f85f29f2b" providerId="LiveId" clId="{6F3B0697-EC4D-40D2-85F9-444E41376CE5}" dt="2025-07-14T09:41:09.631" v="1564" actId="26606"/>
        <pc:sldMkLst>
          <pc:docMk/>
          <pc:sldMk cId="2178960175" sldId="262"/>
        </pc:sldMkLst>
        <pc:spChg chg="mod">
          <ac:chgData name="Ruben Kraan" userId="3ab5a76f85f29f2b" providerId="LiveId" clId="{6F3B0697-EC4D-40D2-85F9-444E41376CE5}" dt="2025-07-14T09:41:09.631" v="1564" actId="26606"/>
          <ac:spMkLst>
            <pc:docMk/>
            <pc:sldMk cId="2178960175" sldId="262"/>
            <ac:spMk id="2" creationId="{2FDD5CDD-A1C1-E736-BC42-6BC78F45E32F}"/>
          </ac:spMkLst>
        </pc:spChg>
        <pc:spChg chg="add del mod">
          <ac:chgData name="Ruben Kraan" userId="3ab5a76f85f29f2b" providerId="LiveId" clId="{6F3B0697-EC4D-40D2-85F9-444E41376CE5}" dt="2025-07-14T09:41:09.631" v="1564" actId="26606"/>
          <ac:spMkLst>
            <pc:docMk/>
            <pc:sldMk cId="2178960175" sldId="262"/>
            <ac:spMk id="3" creationId="{33537AB6-537E-1092-F1FC-4A8E4AE2FA12}"/>
          </ac:spMkLst>
        </pc:spChg>
        <pc:spChg chg="add">
          <ac:chgData name="Ruben Kraan" userId="3ab5a76f85f29f2b" providerId="LiveId" clId="{6F3B0697-EC4D-40D2-85F9-444E41376CE5}" dt="2025-07-14T09:41:09.631" v="1564" actId="26606"/>
          <ac:spMkLst>
            <pc:docMk/>
            <pc:sldMk cId="2178960175" sldId="262"/>
            <ac:spMk id="12" creationId="{E49D7415-2F11-44C2-B6AA-13A25B6814B9}"/>
          </ac:spMkLst>
        </pc:spChg>
        <pc:picChg chg="add del mod ord">
          <ac:chgData name="Ruben Kraan" userId="3ab5a76f85f29f2b" providerId="LiveId" clId="{6F3B0697-EC4D-40D2-85F9-444E41376CE5}" dt="2025-07-14T07:52:33.619" v="488" actId="22"/>
          <ac:picMkLst>
            <pc:docMk/>
            <pc:sldMk cId="2178960175" sldId="262"/>
            <ac:picMk id="5" creationId="{250E49E9-8BBF-D5FA-BE33-2076BDCEBB04}"/>
          </ac:picMkLst>
        </pc:picChg>
        <pc:picChg chg="add mod">
          <ac:chgData name="Ruben Kraan" userId="3ab5a76f85f29f2b" providerId="LiveId" clId="{6F3B0697-EC4D-40D2-85F9-444E41376CE5}" dt="2025-07-14T09:41:09.631" v="1564" actId="26606"/>
          <ac:picMkLst>
            <pc:docMk/>
            <pc:sldMk cId="2178960175" sldId="262"/>
            <ac:picMk id="7" creationId="{DADA3207-6DA3-AF3B-DB6D-D9B7ED857B77}"/>
          </ac:picMkLst>
        </pc:picChg>
        <pc:cxnChg chg="add">
          <ac:chgData name="Ruben Kraan" userId="3ab5a76f85f29f2b" providerId="LiveId" clId="{6F3B0697-EC4D-40D2-85F9-444E41376CE5}" dt="2025-07-14T09:41:09.631" v="1564" actId="26606"/>
          <ac:cxnSpMkLst>
            <pc:docMk/>
            <pc:sldMk cId="2178960175" sldId="262"/>
            <ac:cxnSpMk id="14" creationId="{D2E57F3D-33BE-4306-87E6-245763719516}"/>
          </ac:cxnSpMkLst>
        </pc:cxnChg>
      </pc:sldChg>
      <pc:sldChg chg="addSp modSp new mod setBg">
        <pc:chgData name="Ruben Kraan" userId="3ab5a76f85f29f2b" providerId="LiveId" clId="{6F3B0697-EC4D-40D2-85F9-444E41376CE5}" dt="2025-07-14T09:41:12.564" v="1565" actId="26606"/>
        <pc:sldMkLst>
          <pc:docMk/>
          <pc:sldMk cId="1032698270" sldId="263"/>
        </pc:sldMkLst>
        <pc:spChg chg="mod">
          <ac:chgData name="Ruben Kraan" userId="3ab5a76f85f29f2b" providerId="LiveId" clId="{6F3B0697-EC4D-40D2-85F9-444E41376CE5}" dt="2025-07-14T09:41:12.564" v="1565" actId="26606"/>
          <ac:spMkLst>
            <pc:docMk/>
            <pc:sldMk cId="1032698270" sldId="263"/>
            <ac:spMk id="2" creationId="{B98C73B3-05B3-9BC8-F05E-0A768EDB81FA}"/>
          </ac:spMkLst>
        </pc:spChg>
        <pc:spChg chg="mod">
          <ac:chgData name="Ruben Kraan" userId="3ab5a76f85f29f2b" providerId="LiveId" clId="{6F3B0697-EC4D-40D2-85F9-444E41376CE5}" dt="2025-07-14T09:41:12.564" v="1565" actId="26606"/>
          <ac:spMkLst>
            <pc:docMk/>
            <pc:sldMk cId="1032698270" sldId="263"/>
            <ac:spMk id="3" creationId="{4F23470A-2AD4-FE77-A199-B633887501D9}"/>
          </ac:spMkLst>
        </pc:spChg>
        <pc:spChg chg="add">
          <ac:chgData name="Ruben Kraan" userId="3ab5a76f85f29f2b" providerId="LiveId" clId="{6F3B0697-EC4D-40D2-85F9-444E41376CE5}" dt="2025-07-14T09:41:12.564" v="1565" actId="26606"/>
          <ac:spMkLst>
            <pc:docMk/>
            <pc:sldMk cId="1032698270" sldId="263"/>
            <ac:spMk id="10" creationId="{E49D7415-2F11-44C2-B6AA-13A25B6814B9}"/>
          </ac:spMkLst>
        </pc:spChg>
        <pc:picChg chg="add mod">
          <ac:chgData name="Ruben Kraan" userId="3ab5a76f85f29f2b" providerId="LiveId" clId="{6F3B0697-EC4D-40D2-85F9-444E41376CE5}" dt="2025-07-14T09:41:12.564" v="1565" actId="26606"/>
          <ac:picMkLst>
            <pc:docMk/>
            <pc:sldMk cId="1032698270" sldId="263"/>
            <ac:picMk id="5" creationId="{1A3DD062-667E-2DC4-CB1C-90D6D03AAFB5}"/>
          </ac:picMkLst>
        </pc:picChg>
        <pc:cxnChg chg="add">
          <ac:chgData name="Ruben Kraan" userId="3ab5a76f85f29f2b" providerId="LiveId" clId="{6F3B0697-EC4D-40D2-85F9-444E41376CE5}" dt="2025-07-14T09:41:12.564" v="1565" actId="26606"/>
          <ac:cxnSpMkLst>
            <pc:docMk/>
            <pc:sldMk cId="1032698270" sldId="263"/>
            <ac:cxnSpMk id="12" creationId="{D2E57F3D-33BE-4306-87E6-245763719516}"/>
          </ac:cxnSpMkLst>
        </pc:cxnChg>
      </pc:sldChg>
      <pc:sldChg chg="addSp modSp new mod setBg">
        <pc:chgData name="Ruben Kraan" userId="3ab5a76f85f29f2b" providerId="LiveId" clId="{6F3B0697-EC4D-40D2-85F9-444E41376CE5}" dt="2025-07-14T09:41:18.583" v="1566" actId="26606"/>
        <pc:sldMkLst>
          <pc:docMk/>
          <pc:sldMk cId="2473522796" sldId="264"/>
        </pc:sldMkLst>
        <pc:spChg chg="mod">
          <ac:chgData name="Ruben Kraan" userId="3ab5a76f85f29f2b" providerId="LiveId" clId="{6F3B0697-EC4D-40D2-85F9-444E41376CE5}" dt="2025-07-14T09:41:18.583" v="1566" actId="26606"/>
          <ac:spMkLst>
            <pc:docMk/>
            <pc:sldMk cId="2473522796" sldId="264"/>
            <ac:spMk id="2" creationId="{DA044C59-B859-2860-810A-5CDAC3D6716D}"/>
          </ac:spMkLst>
        </pc:spChg>
        <pc:spChg chg="mod">
          <ac:chgData name="Ruben Kraan" userId="3ab5a76f85f29f2b" providerId="LiveId" clId="{6F3B0697-EC4D-40D2-85F9-444E41376CE5}" dt="2025-07-14T09:41:18.583" v="1566" actId="26606"/>
          <ac:spMkLst>
            <pc:docMk/>
            <pc:sldMk cId="2473522796" sldId="264"/>
            <ac:spMk id="3" creationId="{78C354C8-F57D-E244-F78C-EF9C1A773E86}"/>
          </ac:spMkLst>
        </pc:spChg>
        <pc:spChg chg="add">
          <ac:chgData name="Ruben Kraan" userId="3ab5a76f85f29f2b" providerId="LiveId" clId="{6F3B0697-EC4D-40D2-85F9-444E41376CE5}" dt="2025-07-14T09:41:18.583" v="1566" actId="26606"/>
          <ac:spMkLst>
            <pc:docMk/>
            <pc:sldMk cId="2473522796" sldId="264"/>
            <ac:spMk id="9" creationId="{E49D7415-2F11-44C2-B6AA-13A25B6814B9}"/>
          </ac:spMkLst>
        </pc:spChg>
        <pc:picChg chg="add">
          <ac:chgData name="Ruben Kraan" userId="3ab5a76f85f29f2b" providerId="LiveId" clId="{6F3B0697-EC4D-40D2-85F9-444E41376CE5}" dt="2025-07-14T09:41:18.583" v="1566" actId="26606"/>
          <ac:picMkLst>
            <pc:docMk/>
            <pc:sldMk cId="2473522796" sldId="264"/>
            <ac:picMk id="5" creationId="{D9768777-D3CA-696B-795E-1601FD5497E4}"/>
          </ac:picMkLst>
        </pc:picChg>
        <pc:cxnChg chg="add">
          <ac:chgData name="Ruben Kraan" userId="3ab5a76f85f29f2b" providerId="LiveId" clId="{6F3B0697-EC4D-40D2-85F9-444E41376CE5}" dt="2025-07-14T09:41:18.583" v="1566" actId="26606"/>
          <ac:cxnSpMkLst>
            <pc:docMk/>
            <pc:sldMk cId="2473522796" sldId="264"/>
            <ac:cxnSpMk id="11" creationId="{511FC409-B3C2-4F68-865C-C5333D6F2710}"/>
          </ac:cxnSpMkLst>
        </pc:cxnChg>
        <pc:cxnChg chg="add">
          <ac:chgData name="Ruben Kraan" userId="3ab5a76f85f29f2b" providerId="LiveId" clId="{6F3B0697-EC4D-40D2-85F9-444E41376CE5}" dt="2025-07-14T09:41:18.583" v="1566" actId="26606"/>
          <ac:cxnSpMkLst>
            <pc:docMk/>
            <pc:sldMk cId="2473522796" sldId="264"/>
            <ac:cxnSpMk id="13" creationId="{B810270D-76A7-44B3-9746-7EDF5788602E}"/>
          </ac:cxnSpMkLst>
        </pc:cxnChg>
      </pc:sldChg>
      <pc:sldChg chg="modSp new mod">
        <pc:chgData name="Ruben Kraan" userId="3ab5a76f85f29f2b" providerId="LiveId" clId="{6F3B0697-EC4D-40D2-85F9-444E41376CE5}" dt="2025-07-14T08:31:17.217" v="1130" actId="790"/>
        <pc:sldMkLst>
          <pc:docMk/>
          <pc:sldMk cId="2623826931" sldId="265"/>
        </pc:sldMkLst>
        <pc:spChg chg="mod">
          <ac:chgData name="Ruben Kraan" userId="3ab5a76f85f29f2b" providerId="LiveId" clId="{6F3B0697-EC4D-40D2-85F9-444E41376CE5}" dt="2025-07-14T08:31:17.217" v="1130" actId="790"/>
          <ac:spMkLst>
            <pc:docMk/>
            <pc:sldMk cId="2623826931" sldId="265"/>
            <ac:spMk id="2" creationId="{C6A768C9-8FF6-1334-65E2-F226D87E4206}"/>
          </ac:spMkLst>
        </pc:spChg>
        <pc:spChg chg="mod">
          <ac:chgData name="Ruben Kraan" userId="3ab5a76f85f29f2b" providerId="LiveId" clId="{6F3B0697-EC4D-40D2-85F9-444E41376CE5}" dt="2025-07-14T08:31:17.217" v="1130" actId="790"/>
          <ac:spMkLst>
            <pc:docMk/>
            <pc:sldMk cId="2623826931" sldId="265"/>
            <ac:spMk id="3" creationId="{36BF1B08-EB2C-0C77-D58A-7EDAE488BC19}"/>
          </ac:spMkLst>
        </pc:spChg>
      </pc:sldChg>
      <pc:sldChg chg="addSp modSp new mod setBg">
        <pc:chgData name="Ruben Kraan" userId="3ab5a76f85f29f2b" providerId="LiveId" clId="{6F3B0697-EC4D-40D2-85F9-444E41376CE5}" dt="2025-07-14T09:41:33.219" v="1567" actId="26606"/>
        <pc:sldMkLst>
          <pc:docMk/>
          <pc:sldMk cId="944400617" sldId="266"/>
        </pc:sldMkLst>
        <pc:spChg chg="mod">
          <ac:chgData name="Ruben Kraan" userId="3ab5a76f85f29f2b" providerId="LiveId" clId="{6F3B0697-EC4D-40D2-85F9-444E41376CE5}" dt="2025-07-14T09:41:33.219" v="1567" actId="26606"/>
          <ac:spMkLst>
            <pc:docMk/>
            <pc:sldMk cId="944400617" sldId="266"/>
            <ac:spMk id="2" creationId="{D8411ED8-D420-17A4-A5E1-4B51A813C4EA}"/>
          </ac:spMkLst>
        </pc:spChg>
        <pc:spChg chg="mod">
          <ac:chgData name="Ruben Kraan" userId="3ab5a76f85f29f2b" providerId="LiveId" clId="{6F3B0697-EC4D-40D2-85F9-444E41376CE5}" dt="2025-07-14T09:41:33.219" v="1567" actId="26606"/>
          <ac:spMkLst>
            <pc:docMk/>
            <pc:sldMk cId="944400617" sldId="266"/>
            <ac:spMk id="3" creationId="{BE50958F-47B8-3077-641A-8C90B802449B}"/>
          </ac:spMkLst>
        </pc:spChg>
        <pc:spChg chg="add">
          <ac:chgData name="Ruben Kraan" userId="3ab5a76f85f29f2b" providerId="LiveId" clId="{6F3B0697-EC4D-40D2-85F9-444E41376CE5}" dt="2025-07-14T09:41:33.219" v="1567" actId="26606"/>
          <ac:spMkLst>
            <pc:docMk/>
            <pc:sldMk cId="944400617" sldId="266"/>
            <ac:spMk id="8" creationId="{5F710FDB-0919-493E-8539-8240C23F1EB2}"/>
          </ac:spMkLst>
        </pc:spChg>
        <pc:cxnChg chg="add">
          <ac:chgData name="Ruben Kraan" userId="3ab5a76f85f29f2b" providerId="LiveId" clId="{6F3B0697-EC4D-40D2-85F9-444E41376CE5}" dt="2025-07-14T09:41:33.219" v="1567" actId="26606"/>
          <ac:cxnSpMkLst>
            <pc:docMk/>
            <pc:sldMk cId="944400617" sldId="266"/>
            <ac:cxnSpMk id="10" creationId="{22F20000-FD86-48F6-9363-FEC90C932DCD}"/>
          </ac:cxnSpMkLst>
        </pc:cxnChg>
        <pc:cxnChg chg="add">
          <ac:chgData name="Ruben Kraan" userId="3ab5a76f85f29f2b" providerId="LiveId" clId="{6F3B0697-EC4D-40D2-85F9-444E41376CE5}" dt="2025-07-14T09:41:33.219" v="1567" actId="26606"/>
          <ac:cxnSpMkLst>
            <pc:docMk/>
            <pc:sldMk cId="944400617" sldId="266"/>
            <ac:cxnSpMk id="12" creationId="{872AE332-6ACA-45BE-875F-91A291D4A40D}"/>
          </ac:cxnSpMkLst>
        </pc:cxnChg>
      </pc:sldChg>
      <pc:sldChg chg="addSp delSp modSp new del mod">
        <pc:chgData name="Ruben Kraan" userId="3ab5a76f85f29f2b" providerId="LiveId" clId="{6F3B0697-EC4D-40D2-85F9-444E41376CE5}" dt="2025-07-14T08:47:17.012" v="1360" actId="2696"/>
        <pc:sldMkLst>
          <pc:docMk/>
          <pc:sldMk cId="1128581281" sldId="267"/>
        </pc:sldMkLst>
        <pc:spChg chg="mod">
          <ac:chgData name="Ruben Kraan" userId="3ab5a76f85f29f2b" providerId="LiveId" clId="{6F3B0697-EC4D-40D2-85F9-444E41376CE5}" dt="2025-07-14T08:31:17.217" v="1130" actId="790"/>
          <ac:spMkLst>
            <pc:docMk/>
            <pc:sldMk cId="1128581281" sldId="267"/>
            <ac:spMk id="2" creationId="{1FE9C6EC-4D07-D688-A119-EF0BF38ECC4F}"/>
          </ac:spMkLst>
        </pc:spChg>
        <pc:spChg chg="mod">
          <ac:chgData name="Ruben Kraan" userId="3ab5a76f85f29f2b" providerId="LiveId" clId="{6F3B0697-EC4D-40D2-85F9-444E41376CE5}" dt="2025-07-14T08:31:17.217" v="1130" actId="790"/>
          <ac:spMkLst>
            <pc:docMk/>
            <pc:sldMk cId="1128581281" sldId="267"/>
            <ac:spMk id="3" creationId="{4842BBB2-B022-1B40-392B-2C400B021813}"/>
          </ac:spMkLst>
        </pc:spChg>
        <pc:picChg chg="add del mod">
          <ac:chgData name="Ruben Kraan" userId="3ab5a76f85f29f2b" providerId="LiveId" clId="{6F3B0697-EC4D-40D2-85F9-444E41376CE5}" dt="2025-07-14T08:13:50.879" v="926" actId="478"/>
          <ac:picMkLst>
            <pc:docMk/>
            <pc:sldMk cId="1128581281" sldId="267"/>
            <ac:picMk id="5" creationId="{E9F336BF-79F2-A426-DD1B-76488595FCC1}"/>
          </ac:picMkLst>
        </pc:picChg>
      </pc:sldChg>
      <pc:sldChg chg="addSp delSp modSp new mod setBg">
        <pc:chgData name="Ruben Kraan" userId="3ab5a76f85f29f2b" providerId="LiveId" clId="{6F3B0697-EC4D-40D2-85F9-444E41376CE5}" dt="2025-07-14T09:41:47.755" v="1570" actId="26606"/>
        <pc:sldMkLst>
          <pc:docMk/>
          <pc:sldMk cId="1444722125" sldId="268"/>
        </pc:sldMkLst>
        <pc:spChg chg="mod">
          <ac:chgData name="Ruben Kraan" userId="3ab5a76f85f29f2b" providerId="LiveId" clId="{6F3B0697-EC4D-40D2-85F9-444E41376CE5}" dt="2025-07-14T09:41:47.755" v="1570" actId="26606"/>
          <ac:spMkLst>
            <pc:docMk/>
            <pc:sldMk cId="1444722125" sldId="268"/>
            <ac:spMk id="2" creationId="{D66ABBF9-2170-0078-F1DA-640E95F85608}"/>
          </ac:spMkLst>
        </pc:spChg>
        <pc:spChg chg="del mod">
          <ac:chgData name="Ruben Kraan" userId="3ab5a76f85f29f2b" providerId="LiveId" clId="{6F3B0697-EC4D-40D2-85F9-444E41376CE5}" dt="2025-07-14T09:41:37.351" v="1568" actId="26606"/>
          <ac:spMkLst>
            <pc:docMk/>
            <pc:sldMk cId="1444722125" sldId="268"/>
            <ac:spMk id="3" creationId="{6B9A61F6-D583-EEEB-7D2E-43A152B922C9}"/>
          </ac:spMkLst>
        </pc:spChg>
        <pc:spChg chg="add del mod">
          <ac:chgData name="Ruben Kraan" userId="3ab5a76f85f29f2b" providerId="LiveId" clId="{6F3B0697-EC4D-40D2-85F9-444E41376CE5}" dt="2025-07-14T09:41:37.351" v="1568" actId="26606"/>
          <ac:spMkLst>
            <pc:docMk/>
            <pc:sldMk cId="1444722125" sldId="268"/>
            <ac:spMk id="10" creationId="{E49D7415-2F11-44C2-B6AA-13A25B6814B9}"/>
          </ac:spMkLst>
        </pc:spChg>
        <pc:spChg chg="add del">
          <ac:chgData name="Ruben Kraan" userId="3ab5a76f85f29f2b" providerId="LiveId" clId="{6F3B0697-EC4D-40D2-85F9-444E41376CE5}" dt="2025-07-14T09:41:47.755" v="1570" actId="26606"/>
          <ac:spMkLst>
            <pc:docMk/>
            <pc:sldMk cId="1444722125" sldId="268"/>
            <ac:spMk id="21" creationId="{33E93247-6229-44AB-A550-739E971E690B}"/>
          </ac:spMkLst>
        </pc:spChg>
        <pc:spChg chg="add">
          <ac:chgData name="Ruben Kraan" userId="3ab5a76f85f29f2b" providerId="LiveId" clId="{6F3B0697-EC4D-40D2-85F9-444E41376CE5}" dt="2025-07-14T09:41:47.755" v="1570" actId="26606"/>
          <ac:spMkLst>
            <pc:docMk/>
            <pc:sldMk cId="1444722125" sldId="268"/>
            <ac:spMk id="27" creationId="{7252CC25-3C95-7F47-2931-B94771F64B9D}"/>
          </ac:spMkLst>
        </pc:spChg>
        <pc:spChg chg="add">
          <ac:chgData name="Ruben Kraan" userId="3ab5a76f85f29f2b" providerId="LiveId" clId="{6F3B0697-EC4D-40D2-85F9-444E41376CE5}" dt="2025-07-14T09:41:47.755" v="1570" actId="26606"/>
          <ac:spMkLst>
            <pc:docMk/>
            <pc:sldMk cId="1444722125" sldId="268"/>
            <ac:spMk id="30" creationId="{E49D7415-2F11-44C2-B6AA-13A25B6814B9}"/>
          </ac:spMkLst>
        </pc:spChg>
        <pc:picChg chg="add mod">
          <ac:chgData name="Ruben Kraan" userId="3ab5a76f85f29f2b" providerId="LiveId" clId="{6F3B0697-EC4D-40D2-85F9-444E41376CE5}" dt="2025-07-14T09:41:47.755" v="1570" actId="26606"/>
          <ac:picMkLst>
            <pc:docMk/>
            <pc:sldMk cId="1444722125" sldId="268"/>
            <ac:picMk id="5" creationId="{7D513D39-CD4D-86C4-0FEC-AB1C72BFDA10}"/>
          </ac:picMkLst>
        </pc:picChg>
        <pc:cxnChg chg="add del">
          <ac:chgData name="Ruben Kraan" userId="3ab5a76f85f29f2b" providerId="LiveId" clId="{6F3B0697-EC4D-40D2-85F9-444E41376CE5}" dt="2025-07-14T09:41:37.351" v="1568" actId="26606"/>
          <ac:cxnSpMkLst>
            <pc:docMk/>
            <pc:sldMk cId="1444722125" sldId="268"/>
            <ac:cxnSpMk id="12" creationId="{D2E57F3D-33BE-4306-87E6-245763719516}"/>
          </ac:cxnSpMkLst>
        </pc:cxnChg>
        <pc:cxnChg chg="add del">
          <ac:chgData name="Ruben Kraan" userId="3ab5a76f85f29f2b" providerId="LiveId" clId="{6F3B0697-EC4D-40D2-85F9-444E41376CE5}" dt="2025-07-14T09:41:47.755" v="1570" actId="26606"/>
          <ac:cxnSpMkLst>
            <pc:docMk/>
            <pc:sldMk cId="1444722125" sldId="268"/>
            <ac:cxnSpMk id="17" creationId="{F64F9B95-9045-48D2-B9F3-2927E98F54AA}"/>
          </ac:cxnSpMkLst>
        </pc:cxnChg>
        <pc:cxnChg chg="add del">
          <ac:chgData name="Ruben Kraan" userId="3ab5a76f85f29f2b" providerId="LiveId" clId="{6F3B0697-EC4D-40D2-85F9-444E41376CE5}" dt="2025-07-14T09:41:47.755" v="1570" actId="26606"/>
          <ac:cxnSpMkLst>
            <pc:docMk/>
            <pc:sldMk cId="1444722125" sldId="268"/>
            <ac:cxnSpMk id="19" creationId="{085AA86F-6A4D-4BCB-A045-D992CDC2959B}"/>
          </ac:cxnSpMkLst>
        </pc:cxnChg>
        <pc:cxnChg chg="add del">
          <ac:chgData name="Ruben Kraan" userId="3ab5a76f85f29f2b" providerId="LiveId" clId="{6F3B0697-EC4D-40D2-85F9-444E41376CE5}" dt="2025-07-14T09:41:47.755" v="1570" actId="26606"/>
          <ac:cxnSpMkLst>
            <pc:docMk/>
            <pc:sldMk cId="1444722125" sldId="268"/>
            <ac:cxnSpMk id="23" creationId="{EE2E603F-4A95-4FE8-BB06-211DFD75DBEF}"/>
          </ac:cxnSpMkLst>
        </pc:cxnChg>
        <pc:cxnChg chg="add">
          <ac:chgData name="Ruben Kraan" userId="3ab5a76f85f29f2b" providerId="LiveId" clId="{6F3B0697-EC4D-40D2-85F9-444E41376CE5}" dt="2025-07-14T09:41:47.755" v="1570" actId="26606"/>
          <ac:cxnSpMkLst>
            <pc:docMk/>
            <pc:sldMk cId="1444722125" sldId="268"/>
            <ac:cxnSpMk id="32" creationId="{D2E57F3D-33BE-4306-87E6-245763719516}"/>
          </ac:cxnSpMkLst>
        </pc:cxnChg>
      </pc:sldChg>
      <pc:sldChg chg="addSp delSp modSp new mod setBg">
        <pc:chgData name="Ruben Kraan" userId="3ab5a76f85f29f2b" providerId="LiveId" clId="{6F3B0697-EC4D-40D2-85F9-444E41376CE5}" dt="2025-07-14T09:41:41.105" v="1569" actId="26606"/>
        <pc:sldMkLst>
          <pc:docMk/>
          <pc:sldMk cId="2543161394" sldId="269"/>
        </pc:sldMkLst>
        <pc:spChg chg="mod">
          <ac:chgData name="Ruben Kraan" userId="3ab5a76f85f29f2b" providerId="LiveId" clId="{6F3B0697-EC4D-40D2-85F9-444E41376CE5}" dt="2025-07-14T09:41:41.105" v="1569" actId="26606"/>
          <ac:spMkLst>
            <pc:docMk/>
            <pc:sldMk cId="2543161394" sldId="269"/>
            <ac:spMk id="2" creationId="{68157FBD-25CF-CC69-3047-27D8F58B3C00}"/>
          </ac:spMkLst>
        </pc:spChg>
        <pc:spChg chg="del mod">
          <ac:chgData name="Ruben Kraan" userId="3ab5a76f85f29f2b" providerId="LiveId" clId="{6F3B0697-EC4D-40D2-85F9-444E41376CE5}" dt="2025-07-14T09:41:41.105" v="1569" actId="26606"/>
          <ac:spMkLst>
            <pc:docMk/>
            <pc:sldMk cId="2543161394" sldId="269"/>
            <ac:spMk id="3" creationId="{2DBE812C-4ACB-DBC1-C698-2C6C48E686CC}"/>
          </ac:spMkLst>
        </pc:spChg>
        <pc:spChg chg="add del mod">
          <ac:chgData name="Ruben Kraan" userId="3ab5a76f85f29f2b" providerId="LiveId" clId="{6F3B0697-EC4D-40D2-85F9-444E41376CE5}" dt="2025-07-14T09:41:41.105" v="1569" actId="26606"/>
          <ac:spMkLst>
            <pc:docMk/>
            <pc:sldMk cId="2543161394" sldId="269"/>
            <ac:spMk id="10" creationId="{E49D7415-2F11-44C2-B6AA-13A25B6814B9}"/>
          </ac:spMkLst>
        </pc:spChg>
        <pc:spChg chg="add">
          <ac:chgData name="Ruben Kraan" userId="3ab5a76f85f29f2b" providerId="LiveId" clId="{6F3B0697-EC4D-40D2-85F9-444E41376CE5}" dt="2025-07-14T09:41:41.105" v="1569" actId="26606"/>
          <ac:spMkLst>
            <pc:docMk/>
            <pc:sldMk cId="2543161394" sldId="269"/>
            <ac:spMk id="21" creationId="{33E93247-6229-44AB-A550-739E971E690B}"/>
          </ac:spMkLst>
        </pc:spChg>
        <pc:picChg chg="add mod">
          <ac:chgData name="Ruben Kraan" userId="3ab5a76f85f29f2b" providerId="LiveId" clId="{6F3B0697-EC4D-40D2-85F9-444E41376CE5}" dt="2025-07-14T09:41:41.105" v="1569" actId="26606"/>
          <ac:picMkLst>
            <pc:docMk/>
            <pc:sldMk cId="2543161394" sldId="269"/>
            <ac:picMk id="5" creationId="{4DEFB711-C8D4-94B1-44F4-8BAD429E61E8}"/>
          </ac:picMkLst>
        </pc:picChg>
        <pc:cxnChg chg="add del">
          <ac:chgData name="Ruben Kraan" userId="3ab5a76f85f29f2b" providerId="LiveId" clId="{6F3B0697-EC4D-40D2-85F9-444E41376CE5}" dt="2025-07-14T09:41:41.105" v="1569" actId="26606"/>
          <ac:cxnSpMkLst>
            <pc:docMk/>
            <pc:sldMk cId="2543161394" sldId="269"/>
            <ac:cxnSpMk id="12" creationId="{D2E57F3D-33BE-4306-87E6-245763719516}"/>
          </ac:cxnSpMkLst>
        </pc:cxnChg>
        <pc:cxnChg chg="add">
          <ac:chgData name="Ruben Kraan" userId="3ab5a76f85f29f2b" providerId="LiveId" clId="{6F3B0697-EC4D-40D2-85F9-444E41376CE5}" dt="2025-07-14T09:41:41.105" v="1569" actId="26606"/>
          <ac:cxnSpMkLst>
            <pc:docMk/>
            <pc:sldMk cId="2543161394" sldId="269"/>
            <ac:cxnSpMk id="17" creationId="{F64F9B95-9045-48D2-B9F3-2927E98F54AA}"/>
          </ac:cxnSpMkLst>
        </pc:cxnChg>
        <pc:cxnChg chg="add">
          <ac:chgData name="Ruben Kraan" userId="3ab5a76f85f29f2b" providerId="LiveId" clId="{6F3B0697-EC4D-40D2-85F9-444E41376CE5}" dt="2025-07-14T09:41:41.105" v="1569" actId="26606"/>
          <ac:cxnSpMkLst>
            <pc:docMk/>
            <pc:sldMk cId="2543161394" sldId="269"/>
            <ac:cxnSpMk id="19" creationId="{085AA86F-6A4D-4BCB-A045-D992CDC2959B}"/>
          </ac:cxnSpMkLst>
        </pc:cxnChg>
        <pc:cxnChg chg="add">
          <ac:chgData name="Ruben Kraan" userId="3ab5a76f85f29f2b" providerId="LiveId" clId="{6F3B0697-EC4D-40D2-85F9-444E41376CE5}" dt="2025-07-14T09:41:41.105" v="1569" actId="26606"/>
          <ac:cxnSpMkLst>
            <pc:docMk/>
            <pc:sldMk cId="2543161394" sldId="269"/>
            <ac:cxnSpMk id="23" creationId="{EE2E603F-4A95-4FE8-BB06-211DFD75DBEF}"/>
          </ac:cxnSpMkLst>
        </pc:cxnChg>
      </pc:sldChg>
      <pc:sldChg chg="addSp delSp modSp new mod setBg">
        <pc:chgData name="Ruben Kraan" userId="3ab5a76f85f29f2b" providerId="LiveId" clId="{6F3B0697-EC4D-40D2-85F9-444E41376CE5}" dt="2025-07-15T07:38:59.221" v="1586" actId="26606"/>
        <pc:sldMkLst>
          <pc:docMk/>
          <pc:sldMk cId="2155413127" sldId="270"/>
        </pc:sldMkLst>
        <pc:spChg chg="mod">
          <ac:chgData name="Ruben Kraan" userId="3ab5a76f85f29f2b" providerId="LiveId" clId="{6F3B0697-EC4D-40D2-85F9-444E41376CE5}" dt="2025-07-15T07:38:59.221" v="1586" actId="26606"/>
          <ac:spMkLst>
            <pc:docMk/>
            <pc:sldMk cId="2155413127" sldId="270"/>
            <ac:spMk id="2" creationId="{57D65085-0A65-7138-D871-6CA338A3398B}"/>
          </ac:spMkLst>
        </pc:spChg>
        <pc:spChg chg="del mod">
          <ac:chgData name="Ruben Kraan" userId="3ab5a76f85f29f2b" providerId="LiveId" clId="{6F3B0697-EC4D-40D2-85F9-444E41376CE5}" dt="2025-07-14T09:41:53.477" v="1571" actId="26606"/>
          <ac:spMkLst>
            <pc:docMk/>
            <pc:sldMk cId="2155413127" sldId="270"/>
            <ac:spMk id="3" creationId="{A03760E9-0126-F33C-4DC2-CCD30A7EF170}"/>
          </ac:spMkLst>
        </pc:spChg>
        <pc:spChg chg="add del mod">
          <ac:chgData name="Ruben Kraan" userId="3ab5a76f85f29f2b" providerId="LiveId" clId="{6F3B0697-EC4D-40D2-85F9-444E41376CE5}" dt="2025-07-14T09:41:53.477" v="1571" actId="26606"/>
          <ac:spMkLst>
            <pc:docMk/>
            <pc:sldMk cId="2155413127" sldId="270"/>
            <ac:spMk id="10" creationId="{E49D7415-2F11-44C2-B6AA-13A25B6814B9}"/>
          </ac:spMkLst>
        </pc:spChg>
        <pc:spChg chg="add del">
          <ac:chgData name="Ruben Kraan" userId="3ab5a76f85f29f2b" providerId="LiveId" clId="{6F3B0697-EC4D-40D2-85F9-444E41376CE5}" dt="2025-07-14T09:41:57.967" v="1572" actId="26606"/>
          <ac:spMkLst>
            <pc:docMk/>
            <pc:sldMk cId="2155413127" sldId="270"/>
            <ac:spMk id="21" creationId="{33E93247-6229-44AB-A550-739E971E690B}"/>
          </ac:spMkLst>
        </pc:spChg>
        <pc:spChg chg="add del">
          <ac:chgData name="Ruben Kraan" userId="3ab5a76f85f29f2b" providerId="LiveId" clId="{6F3B0697-EC4D-40D2-85F9-444E41376CE5}" dt="2025-07-15T07:38:08.576" v="1577" actId="26606"/>
          <ac:spMkLst>
            <pc:docMk/>
            <pc:sldMk cId="2155413127" sldId="270"/>
            <ac:spMk id="32" creationId="{33E93247-6229-44AB-A550-739E971E690B}"/>
          </ac:spMkLst>
        </pc:spChg>
        <pc:spChg chg="add del">
          <ac:chgData name="Ruben Kraan" userId="3ab5a76f85f29f2b" providerId="LiveId" clId="{6F3B0697-EC4D-40D2-85F9-444E41376CE5}" dt="2025-07-15T07:38:59.221" v="1586" actId="26606"/>
          <ac:spMkLst>
            <pc:docMk/>
            <pc:sldMk cId="2155413127" sldId="270"/>
            <ac:spMk id="38" creationId="{599CAA58-E1FE-E200-E0B2-55EF132F38A2}"/>
          </ac:spMkLst>
        </pc:spChg>
        <pc:spChg chg="add del">
          <ac:chgData name="Ruben Kraan" userId="3ab5a76f85f29f2b" providerId="LiveId" clId="{6F3B0697-EC4D-40D2-85F9-444E41376CE5}" dt="2025-07-15T07:38:06.454" v="1574" actId="26606"/>
          <ac:spMkLst>
            <pc:docMk/>
            <pc:sldMk cId="2155413127" sldId="270"/>
            <ac:spMk id="43" creationId="{33E93247-6229-44AB-A550-739E971E690B}"/>
          </ac:spMkLst>
        </pc:spChg>
        <pc:spChg chg="add del">
          <ac:chgData name="Ruben Kraan" userId="3ab5a76f85f29f2b" providerId="LiveId" clId="{6F3B0697-EC4D-40D2-85F9-444E41376CE5}" dt="2025-07-15T07:38:08.568" v="1576" actId="26606"/>
          <ac:spMkLst>
            <pc:docMk/>
            <pc:sldMk cId="2155413127" sldId="270"/>
            <ac:spMk id="49" creationId="{33E93247-6229-44AB-A550-739E971E690B}"/>
          </ac:spMkLst>
        </pc:spChg>
        <pc:spChg chg="add del">
          <ac:chgData name="Ruben Kraan" userId="3ab5a76f85f29f2b" providerId="LiveId" clId="{6F3B0697-EC4D-40D2-85F9-444E41376CE5}" dt="2025-07-15T07:38:59.221" v="1586" actId="26606"/>
          <ac:spMkLst>
            <pc:docMk/>
            <pc:sldMk cId="2155413127" sldId="270"/>
            <ac:spMk id="52" creationId="{E49D7415-2F11-44C2-B6AA-13A25B6814B9}"/>
          </ac:spMkLst>
        </pc:spChg>
        <pc:spChg chg="add">
          <ac:chgData name="Ruben Kraan" userId="3ab5a76f85f29f2b" providerId="LiveId" clId="{6F3B0697-EC4D-40D2-85F9-444E41376CE5}" dt="2025-07-15T07:38:59.221" v="1586" actId="26606"/>
          <ac:spMkLst>
            <pc:docMk/>
            <pc:sldMk cId="2155413127" sldId="270"/>
            <ac:spMk id="62" creationId="{33E93247-6229-44AB-A550-739E971E690B}"/>
          </ac:spMkLst>
        </pc:spChg>
        <pc:picChg chg="add mod">
          <ac:chgData name="Ruben Kraan" userId="3ab5a76f85f29f2b" providerId="LiveId" clId="{6F3B0697-EC4D-40D2-85F9-444E41376CE5}" dt="2025-07-15T07:38:59.221" v="1586" actId="26606"/>
          <ac:picMkLst>
            <pc:docMk/>
            <pc:sldMk cId="2155413127" sldId="270"/>
            <ac:picMk id="4" creationId="{42F7DFF0-63AB-3493-B978-9ED1710F3356}"/>
          </ac:picMkLst>
        </pc:picChg>
        <pc:picChg chg="add del mod">
          <ac:chgData name="Ruben Kraan" userId="3ab5a76f85f29f2b" providerId="LiveId" clId="{6F3B0697-EC4D-40D2-85F9-444E41376CE5}" dt="2025-07-15T07:38:57.031" v="1585" actId="478"/>
          <ac:picMkLst>
            <pc:docMk/>
            <pc:sldMk cId="2155413127" sldId="270"/>
            <ac:picMk id="5" creationId="{3FC7DE31-2C23-4E8B-B6A6-6499A8983DB4}"/>
          </ac:picMkLst>
        </pc:picChg>
        <pc:cxnChg chg="add del">
          <ac:chgData name="Ruben Kraan" userId="3ab5a76f85f29f2b" providerId="LiveId" clId="{6F3B0697-EC4D-40D2-85F9-444E41376CE5}" dt="2025-07-14T09:41:53.477" v="1571" actId="26606"/>
          <ac:cxnSpMkLst>
            <pc:docMk/>
            <pc:sldMk cId="2155413127" sldId="270"/>
            <ac:cxnSpMk id="12" creationId="{D2E57F3D-33BE-4306-87E6-245763719516}"/>
          </ac:cxnSpMkLst>
        </pc:cxnChg>
        <pc:cxnChg chg="add del">
          <ac:chgData name="Ruben Kraan" userId="3ab5a76f85f29f2b" providerId="LiveId" clId="{6F3B0697-EC4D-40D2-85F9-444E41376CE5}" dt="2025-07-14T09:41:57.967" v="1572" actId="26606"/>
          <ac:cxnSpMkLst>
            <pc:docMk/>
            <pc:sldMk cId="2155413127" sldId="270"/>
            <ac:cxnSpMk id="17" creationId="{F64F9B95-9045-48D2-B9F3-2927E98F54AA}"/>
          </ac:cxnSpMkLst>
        </pc:cxnChg>
        <pc:cxnChg chg="add del">
          <ac:chgData name="Ruben Kraan" userId="3ab5a76f85f29f2b" providerId="LiveId" clId="{6F3B0697-EC4D-40D2-85F9-444E41376CE5}" dt="2025-07-14T09:41:57.967" v="1572" actId="26606"/>
          <ac:cxnSpMkLst>
            <pc:docMk/>
            <pc:sldMk cId="2155413127" sldId="270"/>
            <ac:cxnSpMk id="19" creationId="{085AA86F-6A4D-4BCB-A045-D992CDC2959B}"/>
          </ac:cxnSpMkLst>
        </pc:cxnChg>
        <pc:cxnChg chg="add del">
          <ac:chgData name="Ruben Kraan" userId="3ab5a76f85f29f2b" providerId="LiveId" clId="{6F3B0697-EC4D-40D2-85F9-444E41376CE5}" dt="2025-07-14T09:41:57.967" v="1572" actId="26606"/>
          <ac:cxnSpMkLst>
            <pc:docMk/>
            <pc:sldMk cId="2155413127" sldId="270"/>
            <ac:cxnSpMk id="23" creationId="{EE2E603F-4A95-4FE8-BB06-211DFD75DBEF}"/>
          </ac:cxnSpMkLst>
        </pc:cxnChg>
        <pc:cxnChg chg="add del">
          <ac:chgData name="Ruben Kraan" userId="3ab5a76f85f29f2b" providerId="LiveId" clId="{6F3B0697-EC4D-40D2-85F9-444E41376CE5}" dt="2025-07-15T07:38:08.576" v="1577" actId="26606"/>
          <ac:cxnSpMkLst>
            <pc:docMk/>
            <pc:sldMk cId="2155413127" sldId="270"/>
            <ac:cxnSpMk id="28" creationId="{F64F9B95-9045-48D2-B9F3-2927E98F54AA}"/>
          </ac:cxnSpMkLst>
        </pc:cxnChg>
        <pc:cxnChg chg="add del">
          <ac:chgData name="Ruben Kraan" userId="3ab5a76f85f29f2b" providerId="LiveId" clId="{6F3B0697-EC4D-40D2-85F9-444E41376CE5}" dt="2025-07-15T07:38:08.576" v="1577" actId="26606"/>
          <ac:cxnSpMkLst>
            <pc:docMk/>
            <pc:sldMk cId="2155413127" sldId="270"/>
            <ac:cxnSpMk id="30" creationId="{085AA86F-6A4D-4BCB-A045-D992CDC2959B}"/>
          </ac:cxnSpMkLst>
        </pc:cxnChg>
        <pc:cxnChg chg="add del">
          <ac:chgData name="Ruben Kraan" userId="3ab5a76f85f29f2b" providerId="LiveId" clId="{6F3B0697-EC4D-40D2-85F9-444E41376CE5}" dt="2025-07-15T07:38:08.576" v="1577" actId="26606"/>
          <ac:cxnSpMkLst>
            <pc:docMk/>
            <pc:sldMk cId="2155413127" sldId="270"/>
            <ac:cxnSpMk id="34" creationId="{EE2E603F-4A95-4FE8-BB06-211DFD75DBEF}"/>
          </ac:cxnSpMkLst>
        </pc:cxnChg>
        <pc:cxnChg chg="add del">
          <ac:chgData name="Ruben Kraan" userId="3ab5a76f85f29f2b" providerId="LiveId" clId="{6F3B0697-EC4D-40D2-85F9-444E41376CE5}" dt="2025-07-15T07:38:06.454" v="1574" actId="26606"/>
          <ac:cxnSpMkLst>
            <pc:docMk/>
            <pc:sldMk cId="2155413127" sldId="270"/>
            <ac:cxnSpMk id="39" creationId="{F64F9B95-9045-48D2-B9F3-2927E98F54AA}"/>
          </ac:cxnSpMkLst>
        </pc:cxnChg>
        <pc:cxnChg chg="add del">
          <ac:chgData name="Ruben Kraan" userId="3ab5a76f85f29f2b" providerId="LiveId" clId="{6F3B0697-EC4D-40D2-85F9-444E41376CE5}" dt="2025-07-15T07:38:06.454" v="1574" actId="26606"/>
          <ac:cxnSpMkLst>
            <pc:docMk/>
            <pc:sldMk cId="2155413127" sldId="270"/>
            <ac:cxnSpMk id="41" creationId="{085AA86F-6A4D-4BCB-A045-D992CDC2959B}"/>
          </ac:cxnSpMkLst>
        </pc:cxnChg>
        <pc:cxnChg chg="add del">
          <ac:chgData name="Ruben Kraan" userId="3ab5a76f85f29f2b" providerId="LiveId" clId="{6F3B0697-EC4D-40D2-85F9-444E41376CE5}" dt="2025-07-15T07:38:06.454" v="1574" actId="26606"/>
          <ac:cxnSpMkLst>
            <pc:docMk/>
            <pc:sldMk cId="2155413127" sldId="270"/>
            <ac:cxnSpMk id="45" creationId="{EE2E603F-4A95-4FE8-BB06-211DFD75DBEF}"/>
          </ac:cxnSpMkLst>
        </pc:cxnChg>
        <pc:cxnChg chg="add del">
          <ac:chgData name="Ruben Kraan" userId="3ab5a76f85f29f2b" providerId="LiveId" clId="{6F3B0697-EC4D-40D2-85F9-444E41376CE5}" dt="2025-07-15T07:38:08.568" v="1576" actId="26606"/>
          <ac:cxnSpMkLst>
            <pc:docMk/>
            <pc:sldMk cId="2155413127" sldId="270"/>
            <ac:cxnSpMk id="47" creationId="{F64F9B95-9045-48D2-B9F3-2927E98F54AA}"/>
          </ac:cxnSpMkLst>
        </pc:cxnChg>
        <pc:cxnChg chg="add del">
          <ac:chgData name="Ruben Kraan" userId="3ab5a76f85f29f2b" providerId="LiveId" clId="{6F3B0697-EC4D-40D2-85F9-444E41376CE5}" dt="2025-07-15T07:38:08.568" v="1576" actId="26606"/>
          <ac:cxnSpMkLst>
            <pc:docMk/>
            <pc:sldMk cId="2155413127" sldId="270"/>
            <ac:cxnSpMk id="48" creationId="{085AA86F-6A4D-4BCB-A045-D992CDC2959B}"/>
          </ac:cxnSpMkLst>
        </pc:cxnChg>
        <pc:cxnChg chg="add del">
          <ac:chgData name="Ruben Kraan" userId="3ab5a76f85f29f2b" providerId="LiveId" clId="{6F3B0697-EC4D-40D2-85F9-444E41376CE5}" dt="2025-07-15T07:38:08.568" v="1576" actId="26606"/>
          <ac:cxnSpMkLst>
            <pc:docMk/>
            <pc:sldMk cId="2155413127" sldId="270"/>
            <ac:cxnSpMk id="50" creationId="{EE2E603F-4A95-4FE8-BB06-211DFD75DBEF}"/>
          </ac:cxnSpMkLst>
        </pc:cxnChg>
        <pc:cxnChg chg="add del">
          <ac:chgData name="Ruben Kraan" userId="3ab5a76f85f29f2b" providerId="LiveId" clId="{6F3B0697-EC4D-40D2-85F9-444E41376CE5}" dt="2025-07-15T07:38:59.221" v="1586" actId="26606"/>
          <ac:cxnSpMkLst>
            <pc:docMk/>
            <pc:sldMk cId="2155413127" sldId="270"/>
            <ac:cxnSpMk id="53" creationId="{D2E57F3D-33BE-4306-87E6-245763719516}"/>
          </ac:cxnSpMkLst>
        </pc:cxnChg>
        <pc:cxnChg chg="add">
          <ac:chgData name="Ruben Kraan" userId="3ab5a76f85f29f2b" providerId="LiveId" clId="{6F3B0697-EC4D-40D2-85F9-444E41376CE5}" dt="2025-07-15T07:38:59.221" v="1586" actId="26606"/>
          <ac:cxnSpMkLst>
            <pc:docMk/>
            <pc:sldMk cId="2155413127" sldId="270"/>
            <ac:cxnSpMk id="58" creationId="{F64F9B95-9045-48D2-B9F3-2927E98F54AA}"/>
          </ac:cxnSpMkLst>
        </pc:cxnChg>
        <pc:cxnChg chg="add">
          <ac:chgData name="Ruben Kraan" userId="3ab5a76f85f29f2b" providerId="LiveId" clId="{6F3B0697-EC4D-40D2-85F9-444E41376CE5}" dt="2025-07-15T07:38:59.221" v="1586" actId="26606"/>
          <ac:cxnSpMkLst>
            <pc:docMk/>
            <pc:sldMk cId="2155413127" sldId="270"/>
            <ac:cxnSpMk id="60" creationId="{085AA86F-6A4D-4BCB-A045-D992CDC2959B}"/>
          </ac:cxnSpMkLst>
        </pc:cxnChg>
        <pc:cxnChg chg="add">
          <ac:chgData name="Ruben Kraan" userId="3ab5a76f85f29f2b" providerId="LiveId" clId="{6F3B0697-EC4D-40D2-85F9-444E41376CE5}" dt="2025-07-15T07:38:59.221" v="1586" actId="26606"/>
          <ac:cxnSpMkLst>
            <pc:docMk/>
            <pc:sldMk cId="2155413127" sldId="270"/>
            <ac:cxnSpMk id="64" creationId="{EE2E603F-4A95-4FE8-BB06-211DFD75DBEF}"/>
          </ac:cxnSpMkLst>
        </pc:cxnChg>
      </pc:sldChg>
      <pc:sldChg chg="addSp delSp modSp new mod setBg">
        <pc:chgData name="Ruben Kraan" userId="3ab5a76f85f29f2b" providerId="LiveId" clId="{6F3B0697-EC4D-40D2-85F9-444E41376CE5}" dt="2025-07-14T08:32:13.632" v="1154" actId="26606"/>
        <pc:sldMkLst>
          <pc:docMk/>
          <pc:sldMk cId="2995970738" sldId="271"/>
        </pc:sldMkLst>
        <pc:spChg chg="mod">
          <ac:chgData name="Ruben Kraan" userId="3ab5a76f85f29f2b" providerId="LiveId" clId="{6F3B0697-EC4D-40D2-85F9-444E41376CE5}" dt="2025-07-14T08:32:13.632" v="1154" actId="26606"/>
          <ac:spMkLst>
            <pc:docMk/>
            <pc:sldMk cId="2995970738" sldId="271"/>
            <ac:spMk id="2" creationId="{E90875B7-AA11-FF1C-CAE6-5F5D02733818}"/>
          </ac:spMkLst>
        </pc:spChg>
        <pc:spChg chg="del">
          <ac:chgData name="Ruben Kraan" userId="3ab5a76f85f29f2b" providerId="LiveId" clId="{6F3B0697-EC4D-40D2-85F9-444E41376CE5}" dt="2025-07-14T08:22:14.299" v="1067" actId="22"/>
          <ac:spMkLst>
            <pc:docMk/>
            <pc:sldMk cId="2995970738" sldId="271"/>
            <ac:spMk id="3" creationId="{41F62FF4-53BF-10BF-DC8A-8A29B0277C14}"/>
          </ac:spMkLst>
        </pc:spChg>
        <pc:spChg chg="add del mod">
          <ac:chgData name="Ruben Kraan" userId="3ab5a76f85f29f2b" providerId="LiveId" clId="{6F3B0697-EC4D-40D2-85F9-444E41376CE5}" dt="2025-07-14T08:32:13.632" v="1154" actId="26606"/>
          <ac:spMkLst>
            <pc:docMk/>
            <pc:sldMk cId="2995970738" sldId="271"/>
            <ac:spMk id="11" creationId="{578EB459-3385-4BF6-A9E1-154CBA2510D6}"/>
          </ac:spMkLst>
        </pc:spChg>
        <pc:spChg chg="add del">
          <ac:chgData name="Ruben Kraan" userId="3ab5a76f85f29f2b" providerId="LiveId" clId="{6F3B0697-EC4D-40D2-85F9-444E41376CE5}" dt="2025-07-14T08:24:08.093" v="1085" actId="26606"/>
          <ac:spMkLst>
            <pc:docMk/>
            <pc:sldMk cId="2995970738" sldId="271"/>
            <ac:spMk id="13" creationId="{2193005C-5323-2729-FF01-B83D764F2925}"/>
          </ac:spMkLst>
        </pc:spChg>
        <pc:spChg chg="add del mod">
          <ac:chgData name="Ruben Kraan" userId="3ab5a76f85f29f2b" providerId="LiveId" clId="{6F3B0697-EC4D-40D2-85F9-444E41376CE5}" dt="2025-07-14T08:32:12.073" v="1153" actId="478"/>
          <ac:spMkLst>
            <pc:docMk/>
            <pc:sldMk cId="2995970738" sldId="271"/>
            <ac:spMk id="15" creationId="{DB428733-B104-3E75-1B31-D719154F3D1B}"/>
          </ac:spMkLst>
        </pc:spChg>
        <pc:spChg chg="add del">
          <ac:chgData name="Ruben Kraan" userId="3ab5a76f85f29f2b" providerId="LiveId" clId="{6F3B0697-EC4D-40D2-85F9-444E41376CE5}" dt="2025-07-14T08:23:38.833" v="1071" actId="26606"/>
          <ac:spMkLst>
            <pc:docMk/>
            <pc:sldMk cId="2995970738" sldId="271"/>
            <ac:spMk id="18" creationId="{2B692957-EB5C-4A98-B495-7D058D787620}"/>
          </ac:spMkLst>
        </pc:spChg>
        <pc:spChg chg="add">
          <ac:chgData name="Ruben Kraan" userId="3ab5a76f85f29f2b" providerId="LiveId" clId="{6F3B0697-EC4D-40D2-85F9-444E41376CE5}" dt="2025-07-14T08:32:13.632" v="1154" actId="26606"/>
          <ac:spMkLst>
            <pc:docMk/>
            <pc:sldMk cId="2995970738" sldId="271"/>
            <ac:spMk id="21" creationId="{74ABF6B1-3A9A-4CEE-889E-0D96AB03A7D5}"/>
          </ac:spMkLst>
        </pc:spChg>
        <pc:spChg chg="add del">
          <ac:chgData name="Ruben Kraan" userId="3ab5a76f85f29f2b" providerId="LiveId" clId="{6F3B0697-EC4D-40D2-85F9-444E41376CE5}" dt="2025-07-14T08:24:08.093" v="1085" actId="26606"/>
          <ac:spMkLst>
            <pc:docMk/>
            <pc:sldMk cId="2995970738" sldId="271"/>
            <ac:spMk id="22" creationId="{578EB459-3385-4BF6-A9E1-154CBA2510D6}"/>
          </ac:spMkLst>
        </pc:spChg>
        <pc:picChg chg="add mod ord">
          <ac:chgData name="Ruben Kraan" userId="3ab5a76f85f29f2b" providerId="LiveId" clId="{6F3B0697-EC4D-40D2-85F9-444E41376CE5}" dt="2025-07-14T08:32:13.632" v="1154" actId="26606"/>
          <ac:picMkLst>
            <pc:docMk/>
            <pc:sldMk cId="2995970738" sldId="271"/>
            <ac:picMk id="5" creationId="{5709ACC9-81DD-54F6-821C-5A7EB1EBDFC8}"/>
          </ac:picMkLst>
        </pc:picChg>
        <pc:picChg chg="add mod ord">
          <ac:chgData name="Ruben Kraan" userId="3ab5a76f85f29f2b" providerId="LiveId" clId="{6F3B0697-EC4D-40D2-85F9-444E41376CE5}" dt="2025-07-14T08:32:13.632" v="1154" actId="26606"/>
          <ac:picMkLst>
            <pc:docMk/>
            <pc:sldMk cId="2995970738" sldId="271"/>
            <ac:picMk id="7" creationId="{7E173BF8-F82A-81B8-38A4-29B1B49BCB47}"/>
          </ac:picMkLst>
        </pc:picChg>
        <pc:picChg chg="add mod">
          <ac:chgData name="Ruben Kraan" userId="3ab5a76f85f29f2b" providerId="LiveId" clId="{6F3B0697-EC4D-40D2-85F9-444E41376CE5}" dt="2025-07-14T08:32:13.632" v="1154" actId="26606"/>
          <ac:picMkLst>
            <pc:docMk/>
            <pc:sldMk cId="2995970738" sldId="271"/>
            <ac:picMk id="9" creationId="{B2C1CDA5-8E3B-CAC6-E137-6E568A29DE27}"/>
          </ac:picMkLst>
        </pc:picChg>
        <pc:cxnChg chg="add del">
          <ac:chgData name="Ruben Kraan" userId="3ab5a76f85f29f2b" providerId="LiveId" clId="{6F3B0697-EC4D-40D2-85F9-444E41376CE5}" dt="2025-07-14T08:32:13.632" v="1154" actId="26606"/>
          <ac:cxnSpMkLst>
            <pc:docMk/>
            <pc:sldMk cId="2995970738" sldId="271"/>
            <ac:cxnSpMk id="12" creationId="{1DC20223-0542-4FF7-8F2F-136889161E86}"/>
          </ac:cxnSpMkLst>
        </pc:cxnChg>
        <pc:cxnChg chg="add del">
          <ac:chgData name="Ruben Kraan" userId="3ab5a76f85f29f2b" providerId="LiveId" clId="{6F3B0697-EC4D-40D2-85F9-444E41376CE5}" dt="2025-07-14T08:23:38.833" v="1071" actId="26606"/>
          <ac:cxnSpMkLst>
            <pc:docMk/>
            <pc:sldMk cId="2995970738" sldId="271"/>
            <ac:cxnSpMk id="14" creationId="{F64F9B95-9045-48D2-B9F3-2927E98F54AA}"/>
          </ac:cxnSpMkLst>
        </pc:cxnChg>
        <pc:cxnChg chg="add del">
          <ac:chgData name="Ruben Kraan" userId="3ab5a76f85f29f2b" providerId="LiveId" clId="{6F3B0697-EC4D-40D2-85F9-444E41376CE5}" dt="2025-07-14T08:23:38.833" v="1071" actId="26606"/>
          <ac:cxnSpMkLst>
            <pc:docMk/>
            <pc:sldMk cId="2995970738" sldId="271"/>
            <ac:cxnSpMk id="16" creationId="{085AA86F-6A4D-4BCB-A045-D992CDC2959B}"/>
          </ac:cxnSpMkLst>
        </pc:cxnChg>
        <pc:cxnChg chg="add">
          <ac:chgData name="Ruben Kraan" userId="3ab5a76f85f29f2b" providerId="LiveId" clId="{6F3B0697-EC4D-40D2-85F9-444E41376CE5}" dt="2025-07-14T08:32:13.632" v="1154" actId="26606"/>
          <ac:cxnSpMkLst>
            <pc:docMk/>
            <pc:sldMk cId="2995970738" sldId="271"/>
            <ac:cxnSpMk id="17" creationId="{F64F9B95-9045-48D2-B9F3-2927E98F54AA}"/>
          </ac:cxnSpMkLst>
        </pc:cxnChg>
        <pc:cxnChg chg="add">
          <ac:chgData name="Ruben Kraan" userId="3ab5a76f85f29f2b" providerId="LiveId" clId="{6F3B0697-EC4D-40D2-85F9-444E41376CE5}" dt="2025-07-14T08:32:13.632" v="1154" actId="26606"/>
          <ac:cxnSpMkLst>
            <pc:docMk/>
            <pc:sldMk cId="2995970738" sldId="271"/>
            <ac:cxnSpMk id="19" creationId="{085AA86F-6A4D-4BCB-A045-D992CDC2959B}"/>
          </ac:cxnSpMkLst>
        </pc:cxnChg>
        <pc:cxnChg chg="add del">
          <ac:chgData name="Ruben Kraan" userId="3ab5a76f85f29f2b" providerId="LiveId" clId="{6F3B0697-EC4D-40D2-85F9-444E41376CE5}" dt="2025-07-14T08:23:38.833" v="1071" actId="26606"/>
          <ac:cxnSpMkLst>
            <pc:docMk/>
            <pc:sldMk cId="2995970738" sldId="271"/>
            <ac:cxnSpMk id="20" creationId="{EADFE7DF-2727-4F3E-B6CE-8DA0A70FCB36}"/>
          </ac:cxnSpMkLst>
        </pc:cxnChg>
        <pc:cxnChg chg="add del">
          <ac:chgData name="Ruben Kraan" userId="3ab5a76f85f29f2b" providerId="LiveId" clId="{6F3B0697-EC4D-40D2-85F9-444E41376CE5}" dt="2025-07-14T08:24:08.093" v="1085" actId="26606"/>
          <ac:cxnSpMkLst>
            <pc:docMk/>
            <pc:sldMk cId="2995970738" sldId="271"/>
            <ac:cxnSpMk id="23" creationId="{1DC20223-0542-4FF7-8F2F-136889161E86}"/>
          </ac:cxnSpMkLst>
        </pc:cxnChg>
        <pc:cxnChg chg="add">
          <ac:chgData name="Ruben Kraan" userId="3ab5a76f85f29f2b" providerId="LiveId" clId="{6F3B0697-EC4D-40D2-85F9-444E41376CE5}" dt="2025-07-14T08:32:13.632" v="1154" actId="26606"/>
          <ac:cxnSpMkLst>
            <pc:docMk/>
            <pc:sldMk cId="2995970738" sldId="271"/>
            <ac:cxnSpMk id="24" creationId="{E0AA8030-FA65-4B8E-8530-372EEE8517CB}"/>
          </ac:cxnSpMkLst>
        </pc:cxnChg>
      </pc:sldChg>
      <pc:sldChg chg="addSp modSp new del mod setBg">
        <pc:chgData name="Ruben Kraan" userId="3ab5a76f85f29f2b" providerId="LiveId" clId="{6F3B0697-EC4D-40D2-85F9-444E41376CE5}" dt="2025-07-14T08:47:43.101" v="1361" actId="2696"/>
        <pc:sldMkLst>
          <pc:docMk/>
          <pc:sldMk cId="3938243622" sldId="272"/>
        </pc:sldMkLst>
        <pc:spChg chg="mod">
          <ac:chgData name="Ruben Kraan" userId="3ab5a76f85f29f2b" providerId="LiveId" clId="{6F3B0697-EC4D-40D2-85F9-444E41376CE5}" dt="2025-07-14T08:31:17.217" v="1130" actId="790"/>
          <ac:spMkLst>
            <pc:docMk/>
            <pc:sldMk cId="3938243622" sldId="272"/>
            <ac:spMk id="2" creationId="{7C102CCC-B951-1684-AF97-B32B9FE66232}"/>
          </ac:spMkLst>
        </pc:spChg>
        <pc:spChg chg="mod">
          <ac:chgData name="Ruben Kraan" userId="3ab5a76f85f29f2b" providerId="LiveId" clId="{6F3B0697-EC4D-40D2-85F9-444E41376CE5}" dt="2025-07-14T08:31:17.217" v="1130" actId="790"/>
          <ac:spMkLst>
            <pc:docMk/>
            <pc:sldMk cId="3938243622" sldId="272"/>
            <ac:spMk id="3" creationId="{F90AC639-4B42-E338-F299-D8A4B046290F}"/>
          </ac:spMkLst>
        </pc:spChg>
        <pc:spChg chg="add mod">
          <ac:chgData name="Ruben Kraan" userId="3ab5a76f85f29f2b" providerId="LiveId" clId="{6F3B0697-EC4D-40D2-85F9-444E41376CE5}" dt="2025-07-14T08:31:17.217" v="1130" actId="790"/>
          <ac:spMkLst>
            <pc:docMk/>
            <pc:sldMk cId="3938243622" sldId="272"/>
            <ac:spMk id="9" creationId="{E49D7415-2F11-44C2-B6AA-13A25B6814B9}"/>
          </ac:spMkLst>
        </pc:spChg>
        <pc:picChg chg="add">
          <ac:chgData name="Ruben Kraan" userId="3ab5a76f85f29f2b" providerId="LiveId" clId="{6F3B0697-EC4D-40D2-85F9-444E41376CE5}" dt="2025-07-14T08:29:41.287" v="1120" actId="26606"/>
          <ac:picMkLst>
            <pc:docMk/>
            <pc:sldMk cId="3938243622" sldId="272"/>
            <ac:picMk id="5" creationId="{DB700FD7-6570-4739-CD31-B182BE663D44}"/>
          </ac:picMkLst>
        </pc:picChg>
        <pc:cxnChg chg="add">
          <ac:chgData name="Ruben Kraan" userId="3ab5a76f85f29f2b" providerId="LiveId" clId="{6F3B0697-EC4D-40D2-85F9-444E41376CE5}" dt="2025-07-14T08:29:41.287" v="1120" actId="26606"/>
          <ac:cxnSpMkLst>
            <pc:docMk/>
            <pc:sldMk cId="3938243622" sldId="272"/>
            <ac:cxnSpMk id="11" creationId="{F2B951FD-94F7-E138-3EC2-A66A551D9137}"/>
          </ac:cxnSpMkLst>
        </pc:cxnChg>
      </pc:sldChg>
      <pc:sldChg chg="addSp delSp modSp new mod setBg addAnim delAnim">
        <pc:chgData name="Ruben Kraan" userId="3ab5a76f85f29f2b" providerId="LiveId" clId="{6F3B0697-EC4D-40D2-85F9-444E41376CE5}" dt="2025-07-14T08:32:02.843" v="1152" actId="26606"/>
        <pc:sldMkLst>
          <pc:docMk/>
          <pc:sldMk cId="3702171908" sldId="273"/>
        </pc:sldMkLst>
        <pc:spChg chg="mod">
          <ac:chgData name="Ruben Kraan" userId="3ab5a76f85f29f2b" providerId="LiveId" clId="{6F3B0697-EC4D-40D2-85F9-444E41376CE5}" dt="2025-07-14T08:32:02.843" v="1152" actId="26606"/>
          <ac:spMkLst>
            <pc:docMk/>
            <pc:sldMk cId="3702171908" sldId="273"/>
            <ac:spMk id="2" creationId="{77F17A98-3A0D-944D-DBB7-658DB093BF7E}"/>
          </ac:spMkLst>
        </pc:spChg>
        <pc:spChg chg="del mod">
          <ac:chgData name="Ruben Kraan" userId="3ab5a76f85f29f2b" providerId="LiveId" clId="{6F3B0697-EC4D-40D2-85F9-444E41376CE5}" dt="2025-07-14T08:31:58.831" v="1148" actId="478"/>
          <ac:spMkLst>
            <pc:docMk/>
            <pc:sldMk cId="3702171908" sldId="273"/>
            <ac:spMk id="3" creationId="{7800AB1E-09E1-2014-2C19-9DEF7B92C13B}"/>
          </ac:spMkLst>
        </pc:spChg>
        <pc:spChg chg="add del">
          <ac:chgData name="Ruben Kraan" userId="3ab5a76f85f29f2b" providerId="LiveId" clId="{6F3B0697-EC4D-40D2-85F9-444E41376CE5}" dt="2025-07-14T08:32:02.843" v="1152" actId="26606"/>
          <ac:spMkLst>
            <pc:docMk/>
            <pc:sldMk cId="3702171908" sldId="273"/>
            <ac:spMk id="14" creationId="{578EB459-3385-4BF6-A9E1-154CBA2510D6}"/>
          </ac:spMkLst>
        </pc:spChg>
        <pc:spChg chg="add del">
          <ac:chgData name="Ruben Kraan" userId="3ab5a76f85f29f2b" providerId="LiveId" clId="{6F3B0697-EC4D-40D2-85F9-444E41376CE5}" dt="2025-07-14T08:32:02.838" v="1151" actId="26606"/>
          <ac:spMkLst>
            <pc:docMk/>
            <pc:sldMk cId="3702171908" sldId="273"/>
            <ac:spMk id="25" creationId="{74ABF6B1-3A9A-4CEE-889E-0D96AB03A7D5}"/>
          </ac:spMkLst>
        </pc:spChg>
        <pc:spChg chg="add">
          <ac:chgData name="Ruben Kraan" userId="3ab5a76f85f29f2b" providerId="LiveId" clId="{6F3B0697-EC4D-40D2-85F9-444E41376CE5}" dt="2025-07-14T08:32:02.843" v="1152" actId="26606"/>
          <ac:spMkLst>
            <pc:docMk/>
            <pc:sldMk cId="3702171908" sldId="273"/>
            <ac:spMk id="33" creationId="{74ABF6B1-3A9A-4CEE-889E-0D96AB03A7D5}"/>
          </ac:spMkLst>
        </pc:spChg>
        <pc:picChg chg="add mod">
          <ac:chgData name="Ruben Kraan" userId="3ab5a76f85f29f2b" providerId="LiveId" clId="{6F3B0697-EC4D-40D2-85F9-444E41376CE5}" dt="2025-07-14T08:32:02.843" v="1152" actId="26606"/>
          <ac:picMkLst>
            <pc:docMk/>
            <pc:sldMk cId="3702171908" sldId="273"/>
            <ac:picMk id="5" creationId="{D354399E-31C3-3B7F-83D6-44F20EB31426}"/>
          </ac:picMkLst>
        </pc:picChg>
        <pc:picChg chg="add mod">
          <ac:chgData name="Ruben Kraan" userId="3ab5a76f85f29f2b" providerId="LiveId" clId="{6F3B0697-EC4D-40D2-85F9-444E41376CE5}" dt="2025-07-14T08:32:02.843" v="1152" actId="26606"/>
          <ac:picMkLst>
            <pc:docMk/>
            <pc:sldMk cId="3702171908" sldId="273"/>
            <ac:picMk id="7" creationId="{9654A801-E03F-F8EC-151E-65671AC463AD}"/>
          </ac:picMkLst>
        </pc:picChg>
        <pc:picChg chg="add mod ord">
          <ac:chgData name="Ruben Kraan" userId="3ab5a76f85f29f2b" providerId="LiveId" clId="{6F3B0697-EC4D-40D2-85F9-444E41376CE5}" dt="2025-07-14T08:32:02.843" v="1152" actId="26606"/>
          <ac:picMkLst>
            <pc:docMk/>
            <pc:sldMk cId="3702171908" sldId="273"/>
            <ac:picMk id="9" creationId="{8116B85C-18AB-4F39-5FAE-AADE8B7485A8}"/>
          </ac:picMkLst>
        </pc:picChg>
        <pc:cxnChg chg="add del">
          <ac:chgData name="Ruben Kraan" userId="3ab5a76f85f29f2b" providerId="LiveId" clId="{6F3B0697-EC4D-40D2-85F9-444E41376CE5}" dt="2025-07-14T08:32:02.843" v="1152" actId="26606"/>
          <ac:cxnSpMkLst>
            <pc:docMk/>
            <pc:sldMk cId="3702171908" sldId="273"/>
            <ac:cxnSpMk id="16" creationId="{1DC20223-0542-4FF7-8F2F-136889161E86}"/>
          </ac:cxnSpMkLst>
        </pc:cxnChg>
        <pc:cxnChg chg="add del">
          <ac:chgData name="Ruben Kraan" userId="3ab5a76f85f29f2b" providerId="LiveId" clId="{6F3B0697-EC4D-40D2-85F9-444E41376CE5}" dt="2025-07-14T08:32:02.838" v="1151" actId="26606"/>
          <ac:cxnSpMkLst>
            <pc:docMk/>
            <pc:sldMk cId="3702171908" sldId="273"/>
            <ac:cxnSpMk id="21" creationId="{F64F9B95-9045-48D2-B9F3-2927E98F54AA}"/>
          </ac:cxnSpMkLst>
        </pc:cxnChg>
        <pc:cxnChg chg="add del">
          <ac:chgData name="Ruben Kraan" userId="3ab5a76f85f29f2b" providerId="LiveId" clId="{6F3B0697-EC4D-40D2-85F9-444E41376CE5}" dt="2025-07-14T08:32:02.838" v="1151" actId="26606"/>
          <ac:cxnSpMkLst>
            <pc:docMk/>
            <pc:sldMk cId="3702171908" sldId="273"/>
            <ac:cxnSpMk id="23" creationId="{085AA86F-6A4D-4BCB-A045-D992CDC2959B}"/>
          </ac:cxnSpMkLst>
        </pc:cxnChg>
        <pc:cxnChg chg="add del">
          <ac:chgData name="Ruben Kraan" userId="3ab5a76f85f29f2b" providerId="LiveId" clId="{6F3B0697-EC4D-40D2-85F9-444E41376CE5}" dt="2025-07-14T08:32:02.838" v="1151" actId="26606"/>
          <ac:cxnSpMkLst>
            <pc:docMk/>
            <pc:sldMk cId="3702171908" sldId="273"/>
            <ac:cxnSpMk id="29" creationId="{4A0388DE-CBA1-408E-BECE-8BCDD80FD595}"/>
          </ac:cxnSpMkLst>
        </pc:cxnChg>
        <pc:cxnChg chg="add">
          <ac:chgData name="Ruben Kraan" userId="3ab5a76f85f29f2b" providerId="LiveId" clId="{6F3B0697-EC4D-40D2-85F9-444E41376CE5}" dt="2025-07-14T08:32:02.843" v="1152" actId="26606"/>
          <ac:cxnSpMkLst>
            <pc:docMk/>
            <pc:sldMk cId="3702171908" sldId="273"/>
            <ac:cxnSpMk id="31" creationId="{F64F9B95-9045-48D2-B9F3-2927E98F54AA}"/>
          </ac:cxnSpMkLst>
        </pc:cxnChg>
        <pc:cxnChg chg="add">
          <ac:chgData name="Ruben Kraan" userId="3ab5a76f85f29f2b" providerId="LiveId" clId="{6F3B0697-EC4D-40D2-85F9-444E41376CE5}" dt="2025-07-14T08:32:02.843" v="1152" actId="26606"/>
          <ac:cxnSpMkLst>
            <pc:docMk/>
            <pc:sldMk cId="3702171908" sldId="273"/>
            <ac:cxnSpMk id="32" creationId="{085AA86F-6A4D-4BCB-A045-D992CDC2959B}"/>
          </ac:cxnSpMkLst>
        </pc:cxnChg>
        <pc:cxnChg chg="add">
          <ac:chgData name="Ruben Kraan" userId="3ab5a76f85f29f2b" providerId="LiveId" clId="{6F3B0697-EC4D-40D2-85F9-444E41376CE5}" dt="2025-07-14T08:32:02.843" v="1152" actId="26606"/>
          <ac:cxnSpMkLst>
            <pc:docMk/>
            <pc:sldMk cId="3702171908" sldId="273"/>
            <ac:cxnSpMk id="34" creationId="{E0AA8030-FA65-4B8E-8530-372EEE8517CB}"/>
          </ac:cxnSpMkLst>
        </pc:cxnChg>
      </pc:sldChg>
      <pc:sldChg chg="addSp delSp modSp new mod setBg">
        <pc:chgData name="Ruben Kraan" userId="3ab5a76f85f29f2b" providerId="LiveId" clId="{6F3B0697-EC4D-40D2-85F9-444E41376CE5}" dt="2025-07-14T08:35:35.620" v="1192" actId="26606"/>
        <pc:sldMkLst>
          <pc:docMk/>
          <pc:sldMk cId="1472564531" sldId="274"/>
        </pc:sldMkLst>
        <pc:spChg chg="mod">
          <ac:chgData name="Ruben Kraan" userId="3ab5a76f85f29f2b" providerId="LiveId" clId="{6F3B0697-EC4D-40D2-85F9-444E41376CE5}" dt="2025-07-14T08:35:35.620" v="1192" actId="26606"/>
          <ac:spMkLst>
            <pc:docMk/>
            <pc:sldMk cId="1472564531" sldId="274"/>
            <ac:spMk id="2" creationId="{165DDA6F-5201-D4ED-98FF-0A040208D0D9}"/>
          </ac:spMkLst>
        </pc:spChg>
        <pc:spChg chg="del">
          <ac:chgData name="Ruben Kraan" userId="3ab5a76f85f29f2b" providerId="LiveId" clId="{6F3B0697-EC4D-40D2-85F9-444E41376CE5}" dt="2025-07-14T08:35:33.715" v="1191" actId="22"/>
          <ac:spMkLst>
            <pc:docMk/>
            <pc:sldMk cId="1472564531" sldId="274"/>
            <ac:spMk id="3" creationId="{CC39AD75-F5F1-C230-DD05-55A226E17304}"/>
          </ac:spMkLst>
        </pc:spChg>
        <pc:spChg chg="add">
          <ac:chgData name="Ruben Kraan" userId="3ab5a76f85f29f2b" providerId="LiveId" clId="{6F3B0697-EC4D-40D2-85F9-444E41376CE5}" dt="2025-07-14T08:35:35.620" v="1192" actId="26606"/>
          <ac:spMkLst>
            <pc:docMk/>
            <pc:sldMk cId="1472564531" sldId="274"/>
            <ac:spMk id="14" creationId="{33E93247-6229-44AB-A550-739E971E690B}"/>
          </ac:spMkLst>
        </pc:spChg>
        <pc:picChg chg="add mod ord">
          <ac:chgData name="Ruben Kraan" userId="3ab5a76f85f29f2b" providerId="LiveId" clId="{6F3B0697-EC4D-40D2-85F9-444E41376CE5}" dt="2025-07-14T08:35:35.620" v="1192" actId="26606"/>
          <ac:picMkLst>
            <pc:docMk/>
            <pc:sldMk cId="1472564531" sldId="274"/>
            <ac:picMk id="5" creationId="{FDCE6A7E-0AFB-996D-3CD6-BB2795D577F1}"/>
          </ac:picMkLst>
        </pc:picChg>
        <pc:cxnChg chg="add">
          <ac:chgData name="Ruben Kraan" userId="3ab5a76f85f29f2b" providerId="LiveId" clId="{6F3B0697-EC4D-40D2-85F9-444E41376CE5}" dt="2025-07-14T08:35:35.620" v="1192" actId="26606"/>
          <ac:cxnSpMkLst>
            <pc:docMk/>
            <pc:sldMk cId="1472564531" sldId="274"/>
            <ac:cxnSpMk id="10" creationId="{F64F9B95-9045-48D2-B9F3-2927E98F54AA}"/>
          </ac:cxnSpMkLst>
        </pc:cxnChg>
        <pc:cxnChg chg="add">
          <ac:chgData name="Ruben Kraan" userId="3ab5a76f85f29f2b" providerId="LiveId" clId="{6F3B0697-EC4D-40D2-85F9-444E41376CE5}" dt="2025-07-14T08:35:35.620" v="1192" actId="26606"/>
          <ac:cxnSpMkLst>
            <pc:docMk/>
            <pc:sldMk cId="1472564531" sldId="274"/>
            <ac:cxnSpMk id="12" creationId="{085AA86F-6A4D-4BCB-A045-D992CDC2959B}"/>
          </ac:cxnSpMkLst>
        </pc:cxnChg>
        <pc:cxnChg chg="add">
          <ac:chgData name="Ruben Kraan" userId="3ab5a76f85f29f2b" providerId="LiveId" clId="{6F3B0697-EC4D-40D2-85F9-444E41376CE5}" dt="2025-07-14T08:35:35.620" v="1192" actId="26606"/>
          <ac:cxnSpMkLst>
            <pc:docMk/>
            <pc:sldMk cId="1472564531" sldId="274"/>
            <ac:cxnSpMk id="16" creationId="{EE2E603F-4A95-4FE8-BB06-211DFD75DBEF}"/>
          </ac:cxnSpMkLst>
        </pc:cxnChg>
      </pc:sldChg>
      <pc:sldChg chg="addSp delSp modSp new mod setBg">
        <pc:chgData name="Ruben Kraan" userId="3ab5a76f85f29f2b" providerId="LiveId" clId="{6F3B0697-EC4D-40D2-85F9-444E41376CE5}" dt="2025-07-14T08:36:49.590" v="1210" actId="26606"/>
        <pc:sldMkLst>
          <pc:docMk/>
          <pc:sldMk cId="2158803372" sldId="275"/>
        </pc:sldMkLst>
        <pc:spChg chg="mod">
          <ac:chgData name="Ruben Kraan" userId="3ab5a76f85f29f2b" providerId="LiveId" clId="{6F3B0697-EC4D-40D2-85F9-444E41376CE5}" dt="2025-07-14T08:36:49.590" v="1210" actId="26606"/>
          <ac:spMkLst>
            <pc:docMk/>
            <pc:sldMk cId="2158803372" sldId="275"/>
            <ac:spMk id="2" creationId="{631D9696-F4E7-67BF-752B-90A9FA34050F}"/>
          </ac:spMkLst>
        </pc:spChg>
        <pc:spChg chg="del">
          <ac:chgData name="Ruben Kraan" userId="3ab5a76f85f29f2b" providerId="LiveId" clId="{6F3B0697-EC4D-40D2-85F9-444E41376CE5}" dt="2025-07-14T08:36:06.395" v="1209" actId="22"/>
          <ac:spMkLst>
            <pc:docMk/>
            <pc:sldMk cId="2158803372" sldId="275"/>
            <ac:spMk id="3" creationId="{A5F5BDBF-C32E-22C8-2F87-E16144C0465E}"/>
          </ac:spMkLst>
        </pc:spChg>
        <pc:spChg chg="add">
          <ac:chgData name="Ruben Kraan" userId="3ab5a76f85f29f2b" providerId="LiveId" clId="{6F3B0697-EC4D-40D2-85F9-444E41376CE5}" dt="2025-07-14T08:36:49.590" v="1210" actId="26606"/>
          <ac:spMkLst>
            <pc:docMk/>
            <pc:sldMk cId="2158803372" sldId="275"/>
            <ac:spMk id="14" creationId="{33E93247-6229-44AB-A550-739E971E690B}"/>
          </ac:spMkLst>
        </pc:spChg>
        <pc:picChg chg="add mod ord">
          <ac:chgData name="Ruben Kraan" userId="3ab5a76f85f29f2b" providerId="LiveId" clId="{6F3B0697-EC4D-40D2-85F9-444E41376CE5}" dt="2025-07-14T08:36:49.590" v="1210" actId="26606"/>
          <ac:picMkLst>
            <pc:docMk/>
            <pc:sldMk cId="2158803372" sldId="275"/>
            <ac:picMk id="5" creationId="{DBD05175-E2A6-D3B7-AA8B-4CFF936B830D}"/>
          </ac:picMkLst>
        </pc:picChg>
        <pc:cxnChg chg="add">
          <ac:chgData name="Ruben Kraan" userId="3ab5a76f85f29f2b" providerId="LiveId" clId="{6F3B0697-EC4D-40D2-85F9-444E41376CE5}" dt="2025-07-14T08:36:49.590" v="1210" actId="26606"/>
          <ac:cxnSpMkLst>
            <pc:docMk/>
            <pc:sldMk cId="2158803372" sldId="275"/>
            <ac:cxnSpMk id="10" creationId="{F64F9B95-9045-48D2-B9F3-2927E98F54AA}"/>
          </ac:cxnSpMkLst>
        </pc:cxnChg>
        <pc:cxnChg chg="add">
          <ac:chgData name="Ruben Kraan" userId="3ab5a76f85f29f2b" providerId="LiveId" clId="{6F3B0697-EC4D-40D2-85F9-444E41376CE5}" dt="2025-07-14T08:36:49.590" v="1210" actId="26606"/>
          <ac:cxnSpMkLst>
            <pc:docMk/>
            <pc:sldMk cId="2158803372" sldId="275"/>
            <ac:cxnSpMk id="12" creationId="{085AA86F-6A4D-4BCB-A045-D992CDC2959B}"/>
          </ac:cxnSpMkLst>
        </pc:cxnChg>
        <pc:cxnChg chg="add">
          <ac:chgData name="Ruben Kraan" userId="3ab5a76f85f29f2b" providerId="LiveId" clId="{6F3B0697-EC4D-40D2-85F9-444E41376CE5}" dt="2025-07-14T08:36:49.590" v="1210" actId="26606"/>
          <ac:cxnSpMkLst>
            <pc:docMk/>
            <pc:sldMk cId="2158803372" sldId="275"/>
            <ac:cxnSpMk id="16" creationId="{EE2E603F-4A95-4FE8-BB06-211DFD75DBEF}"/>
          </ac:cxnSpMkLst>
        </pc:cxnChg>
      </pc:sldChg>
      <pc:sldChg chg="addSp delSp modSp new mod setBg">
        <pc:chgData name="Ruben Kraan" userId="3ab5a76f85f29f2b" providerId="LiveId" clId="{6F3B0697-EC4D-40D2-85F9-444E41376CE5}" dt="2025-07-14T08:38:25.905" v="1259" actId="26606"/>
        <pc:sldMkLst>
          <pc:docMk/>
          <pc:sldMk cId="1623483889" sldId="276"/>
        </pc:sldMkLst>
        <pc:spChg chg="mod">
          <ac:chgData name="Ruben Kraan" userId="3ab5a76f85f29f2b" providerId="LiveId" clId="{6F3B0697-EC4D-40D2-85F9-444E41376CE5}" dt="2025-07-14T08:38:25.905" v="1259" actId="26606"/>
          <ac:spMkLst>
            <pc:docMk/>
            <pc:sldMk cId="1623483889" sldId="276"/>
            <ac:spMk id="2" creationId="{23F63F66-FFFE-5A38-6263-6D98A0D920C3}"/>
          </ac:spMkLst>
        </pc:spChg>
        <pc:spChg chg="del">
          <ac:chgData name="Ruben Kraan" userId="3ab5a76f85f29f2b" providerId="LiveId" clId="{6F3B0697-EC4D-40D2-85F9-444E41376CE5}" dt="2025-07-14T08:37:49.795" v="1212" actId="22"/>
          <ac:spMkLst>
            <pc:docMk/>
            <pc:sldMk cId="1623483889" sldId="276"/>
            <ac:spMk id="3" creationId="{5AEB86B7-FAAD-FAA3-13A1-3A45511C05F9}"/>
          </ac:spMkLst>
        </pc:spChg>
        <pc:spChg chg="add">
          <ac:chgData name="Ruben Kraan" userId="3ab5a76f85f29f2b" providerId="LiveId" clId="{6F3B0697-EC4D-40D2-85F9-444E41376CE5}" dt="2025-07-14T08:38:25.905" v="1259" actId="26606"/>
          <ac:spMkLst>
            <pc:docMk/>
            <pc:sldMk cId="1623483889" sldId="276"/>
            <ac:spMk id="14" creationId="{33E93247-6229-44AB-A550-739E971E690B}"/>
          </ac:spMkLst>
        </pc:spChg>
        <pc:picChg chg="add mod ord">
          <ac:chgData name="Ruben Kraan" userId="3ab5a76f85f29f2b" providerId="LiveId" clId="{6F3B0697-EC4D-40D2-85F9-444E41376CE5}" dt="2025-07-14T08:38:25.905" v="1259" actId="26606"/>
          <ac:picMkLst>
            <pc:docMk/>
            <pc:sldMk cId="1623483889" sldId="276"/>
            <ac:picMk id="5" creationId="{20018764-FE8D-3DA6-AC3F-232CA703AFFA}"/>
          </ac:picMkLst>
        </pc:picChg>
        <pc:cxnChg chg="add">
          <ac:chgData name="Ruben Kraan" userId="3ab5a76f85f29f2b" providerId="LiveId" clId="{6F3B0697-EC4D-40D2-85F9-444E41376CE5}" dt="2025-07-14T08:38:25.905" v="1259" actId="26606"/>
          <ac:cxnSpMkLst>
            <pc:docMk/>
            <pc:sldMk cId="1623483889" sldId="276"/>
            <ac:cxnSpMk id="10" creationId="{F64F9B95-9045-48D2-B9F3-2927E98F54AA}"/>
          </ac:cxnSpMkLst>
        </pc:cxnChg>
        <pc:cxnChg chg="add">
          <ac:chgData name="Ruben Kraan" userId="3ab5a76f85f29f2b" providerId="LiveId" clId="{6F3B0697-EC4D-40D2-85F9-444E41376CE5}" dt="2025-07-14T08:38:25.905" v="1259" actId="26606"/>
          <ac:cxnSpMkLst>
            <pc:docMk/>
            <pc:sldMk cId="1623483889" sldId="276"/>
            <ac:cxnSpMk id="12" creationId="{085AA86F-6A4D-4BCB-A045-D992CDC2959B}"/>
          </ac:cxnSpMkLst>
        </pc:cxnChg>
        <pc:cxnChg chg="add">
          <ac:chgData name="Ruben Kraan" userId="3ab5a76f85f29f2b" providerId="LiveId" clId="{6F3B0697-EC4D-40D2-85F9-444E41376CE5}" dt="2025-07-14T08:38:25.905" v="1259" actId="26606"/>
          <ac:cxnSpMkLst>
            <pc:docMk/>
            <pc:sldMk cId="1623483889" sldId="276"/>
            <ac:cxnSpMk id="16" creationId="{EE2E603F-4A95-4FE8-BB06-211DFD75DBEF}"/>
          </ac:cxnSpMkLst>
        </pc:cxnChg>
      </pc:sldChg>
      <pc:sldChg chg="addSp delSp modSp new mod setBg">
        <pc:chgData name="Ruben Kraan" userId="3ab5a76f85f29f2b" providerId="LiveId" clId="{6F3B0697-EC4D-40D2-85F9-444E41376CE5}" dt="2025-07-14T08:38:23.022" v="1258" actId="26606"/>
        <pc:sldMkLst>
          <pc:docMk/>
          <pc:sldMk cId="2313767574" sldId="277"/>
        </pc:sldMkLst>
        <pc:spChg chg="mod">
          <ac:chgData name="Ruben Kraan" userId="3ab5a76f85f29f2b" providerId="LiveId" clId="{6F3B0697-EC4D-40D2-85F9-444E41376CE5}" dt="2025-07-14T08:38:23.022" v="1258" actId="26606"/>
          <ac:spMkLst>
            <pc:docMk/>
            <pc:sldMk cId="2313767574" sldId="277"/>
            <ac:spMk id="2" creationId="{6652C3B1-57BC-048F-A58E-17C326DCFCB4}"/>
          </ac:spMkLst>
        </pc:spChg>
        <pc:spChg chg="del">
          <ac:chgData name="Ruben Kraan" userId="3ab5a76f85f29f2b" providerId="LiveId" clId="{6F3B0697-EC4D-40D2-85F9-444E41376CE5}" dt="2025-07-14T08:38:21.202" v="1257" actId="22"/>
          <ac:spMkLst>
            <pc:docMk/>
            <pc:sldMk cId="2313767574" sldId="277"/>
            <ac:spMk id="3" creationId="{50DF592B-90BC-1146-C062-F57613414731}"/>
          </ac:spMkLst>
        </pc:spChg>
        <pc:spChg chg="add">
          <ac:chgData name="Ruben Kraan" userId="3ab5a76f85f29f2b" providerId="LiveId" clId="{6F3B0697-EC4D-40D2-85F9-444E41376CE5}" dt="2025-07-14T08:38:23.022" v="1258" actId="26606"/>
          <ac:spMkLst>
            <pc:docMk/>
            <pc:sldMk cId="2313767574" sldId="277"/>
            <ac:spMk id="14" creationId="{33E93247-6229-44AB-A550-739E971E690B}"/>
          </ac:spMkLst>
        </pc:spChg>
        <pc:picChg chg="add mod ord">
          <ac:chgData name="Ruben Kraan" userId="3ab5a76f85f29f2b" providerId="LiveId" clId="{6F3B0697-EC4D-40D2-85F9-444E41376CE5}" dt="2025-07-14T08:38:23.022" v="1258" actId="26606"/>
          <ac:picMkLst>
            <pc:docMk/>
            <pc:sldMk cId="2313767574" sldId="277"/>
            <ac:picMk id="5" creationId="{61E78D28-B1F9-FA9A-2575-998426CC24C4}"/>
          </ac:picMkLst>
        </pc:picChg>
        <pc:cxnChg chg="add">
          <ac:chgData name="Ruben Kraan" userId="3ab5a76f85f29f2b" providerId="LiveId" clId="{6F3B0697-EC4D-40D2-85F9-444E41376CE5}" dt="2025-07-14T08:38:23.022" v="1258" actId="26606"/>
          <ac:cxnSpMkLst>
            <pc:docMk/>
            <pc:sldMk cId="2313767574" sldId="277"/>
            <ac:cxnSpMk id="10" creationId="{F64F9B95-9045-48D2-B9F3-2927E98F54AA}"/>
          </ac:cxnSpMkLst>
        </pc:cxnChg>
        <pc:cxnChg chg="add">
          <ac:chgData name="Ruben Kraan" userId="3ab5a76f85f29f2b" providerId="LiveId" clId="{6F3B0697-EC4D-40D2-85F9-444E41376CE5}" dt="2025-07-14T08:38:23.022" v="1258" actId="26606"/>
          <ac:cxnSpMkLst>
            <pc:docMk/>
            <pc:sldMk cId="2313767574" sldId="277"/>
            <ac:cxnSpMk id="12" creationId="{085AA86F-6A4D-4BCB-A045-D992CDC2959B}"/>
          </ac:cxnSpMkLst>
        </pc:cxnChg>
        <pc:cxnChg chg="add">
          <ac:chgData name="Ruben Kraan" userId="3ab5a76f85f29f2b" providerId="LiveId" clId="{6F3B0697-EC4D-40D2-85F9-444E41376CE5}" dt="2025-07-14T08:38:23.022" v="1258" actId="26606"/>
          <ac:cxnSpMkLst>
            <pc:docMk/>
            <pc:sldMk cId="2313767574" sldId="277"/>
            <ac:cxnSpMk id="16" creationId="{EE2E603F-4A95-4FE8-BB06-211DFD75DBEF}"/>
          </ac:cxnSpMkLst>
        </pc:cxnChg>
      </pc:sldChg>
      <pc:sldChg chg="addSp delSp modSp new mod setBg">
        <pc:chgData name="Ruben Kraan" userId="3ab5a76f85f29f2b" providerId="LiveId" clId="{6F3B0697-EC4D-40D2-85F9-444E41376CE5}" dt="2025-07-14T08:42:47.495" v="1293" actId="20577"/>
        <pc:sldMkLst>
          <pc:docMk/>
          <pc:sldMk cId="3647320713" sldId="278"/>
        </pc:sldMkLst>
        <pc:spChg chg="mod">
          <ac:chgData name="Ruben Kraan" userId="3ab5a76f85f29f2b" providerId="LiveId" clId="{6F3B0697-EC4D-40D2-85F9-444E41376CE5}" dt="2025-07-14T08:42:47.495" v="1293" actId="20577"/>
          <ac:spMkLst>
            <pc:docMk/>
            <pc:sldMk cId="3647320713" sldId="278"/>
            <ac:spMk id="2" creationId="{F21247E7-2199-4BDD-23C1-F1EDB5E365BF}"/>
          </ac:spMkLst>
        </pc:spChg>
        <pc:spChg chg="del">
          <ac:chgData name="Ruben Kraan" userId="3ab5a76f85f29f2b" providerId="LiveId" clId="{6F3B0697-EC4D-40D2-85F9-444E41376CE5}" dt="2025-07-14T08:40:27.973" v="1261" actId="22"/>
          <ac:spMkLst>
            <pc:docMk/>
            <pc:sldMk cId="3647320713" sldId="278"/>
            <ac:spMk id="3" creationId="{E8980592-337E-92D3-ACC8-61CF714B0FC1}"/>
          </ac:spMkLst>
        </pc:spChg>
        <pc:spChg chg="add">
          <ac:chgData name="Ruben Kraan" userId="3ab5a76f85f29f2b" providerId="LiveId" clId="{6F3B0697-EC4D-40D2-85F9-444E41376CE5}" dt="2025-07-14T08:42:39.050" v="1267" actId="26606"/>
          <ac:spMkLst>
            <pc:docMk/>
            <pc:sldMk cId="3647320713" sldId="278"/>
            <ac:spMk id="20" creationId="{74ABF6B1-3A9A-4CEE-889E-0D96AB03A7D5}"/>
          </ac:spMkLst>
        </pc:spChg>
        <pc:picChg chg="add mod ord">
          <ac:chgData name="Ruben Kraan" userId="3ab5a76f85f29f2b" providerId="LiveId" clId="{6F3B0697-EC4D-40D2-85F9-444E41376CE5}" dt="2025-07-14T08:42:39.050" v="1267" actId="26606"/>
          <ac:picMkLst>
            <pc:docMk/>
            <pc:sldMk cId="3647320713" sldId="278"/>
            <ac:picMk id="5" creationId="{1E6E7018-164E-DB61-533A-8829116594A3}"/>
          </ac:picMkLst>
        </pc:picChg>
        <pc:picChg chg="add del mod">
          <ac:chgData name="Ruben Kraan" userId="3ab5a76f85f29f2b" providerId="LiveId" clId="{6F3B0697-EC4D-40D2-85F9-444E41376CE5}" dt="2025-07-14T08:42:00.644" v="1264" actId="478"/>
          <ac:picMkLst>
            <pc:docMk/>
            <pc:sldMk cId="3647320713" sldId="278"/>
            <ac:picMk id="7" creationId="{DC132C6C-B70B-2B15-91D9-D74132A658A8}"/>
          </ac:picMkLst>
        </pc:picChg>
        <pc:picChg chg="add mod">
          <ac:chgData name="Ruben Kraan" userId="3ab5a76f85f29f2b" providerId="LiveId" clId="{6F3B0697-EC4D-40D2-85F9-444E41376CE5}" dt="2025-07-14T08:42:39.050" v="1267" actId="26606"/>
          <ac:picMkLst>
            <pc:docMk/>
            <pc:sldMk cId="3647320713" sldId="278"/>
            <ac:picMk id="9" creationId="{5B5C4775-B27E-F465-8A6C-DCDA3AEC92CB}"/>
          </ac:picMkLst>
        </pc:picChg>
        <pc:picChg chg="add mod">
          <ac:chgData name="Ruben Kraan" userId="3ab5a76f85f29f2b" providerId="LiveId" clId="{6F3B0697-EC4D-40D2-85F9-444E41376CE5}" dt="2025-07-14T08:42:39.050" v="1267" actId="26606"/>
          <ac:picMkLst>
            <pc:docMk/>
            <pc:sldMk cId="3647320713" sldId="278"/>
            <ac:picMk id="11" creationId="{055E215C-3A60-460E-973B-35C2F7BD1D00}"/>
          </ac:picMkLst>
        </pc:picChg>
        <pc:cxnChg chg="add">
          <ac:chgData name="Ruben Kraan" userId="3ab5a76f85f29f2b" providerId="LiveId" clId="{6F3B0697-EC4D-40D2-85F9-444E41376CE5}" dt="2025-07-14T08:42:39.050" v="1267" actId="26606"/>
          <ac:cxnSpMkLst>
            <pc:docMk/>
            <pc:sldMk cId="3647320713" sldId="278"/>
            <ac:cxnSpMk id="16" creationId="{F64F9B95-9045-48D2-B9F3-2927E98F54AA}"/>
          </ac:cxnSpMkLst>
        </pc:cxnChg>
        <pc:cxnChg chg="add">
          <ac:chgData name="Ruben Kraan" userId="3ab5a76f85f29f2b" providerId="LiveId" clId="{6F3B0697-EC4D-40D2-85F9-444E41376CE5}" dt="2025-07-14T08:42:39.050" v="1267" actId="26606"/>
          <ac:cxnSpMkLst>
            <pc:docMk/>
            <pc:sldMk cId="3647320713" sldId="278"/>
            <ac:cxnSpMk id="18" creationId="{085AA86F-6A4D-4BCB-A045-D992CDC2959B}"/>
          </ac:cxnSpMkLst>
        </pc:cxnChg>
        <pc:cxnChg chg="add">
          <ac:chgData name="Ruben Kraan" userId="3ab5a76f85f29f2b" providerId="LiveId" clId="{6F3B0697-EC4D-40D2-85F9-444E41376CE5}" dt="2025-07-14T08:42:39.050" v="1267" actId="26606"/>
          <ac:cxnSpMkLst>
            <pc:docMk/>
            <pc:sldMk cId="3647320713" sldId="278"/>
            <ac:cxnSpMk id="22" creationId="{E0AA8030-FA65-4B8E-8530-372EEE8517CB}"/>
          </ac:cxnSpMkLst>
        </pc:cxnChg>
      </pc:sldChg>
      <pc:sldChg chg="addSp delSp modSp new mod setBg">
        <pc:chgData name="Ruben Kraan" userId="3ab5a76f85f29f2b" providerId="LiveId" clId="{6F3B0697-EC4D-40D2-85F9-444E41376CE5}" dt="2025-07-14T08:45:17.545" v="1317" actId="20577"/>
        <pc:sldMkLst>
          <pc:docMk/>
          <pc:sldMk cId="1181248255" sldId="279"/>
        </pc:sldMkLst>
        <pc:spChg chg="mod">
          <ac:chgData name="Ruben Kraan" userId="3ab5a76f85f29f2b" providerId="LiveId" clId="{6F3B0697-EC4D-40D2-85F9-444E41376CE5}" dt="2025-07-14T08:45:17.545" v="1317" actId="20577"/>
          <ac:spMkLst>
            <pc:docMk/>
            <pc:sldMk cId="1181248255" sldId="279"/>
            <ac:spMk id="2" creationId="{4E3A02B5-E329-DB56-F010-CEFA4F2F37C1}"/>
          </ac:spMkLst>
        </pc:spChg>
        <pc:spChg chg="del">
          <ac:chgData name="Ruben Kraan" userId="3ab5a76f85f29f2b" providerId="LiveId" clId="{6F3B0697-EC4D-40D2-85F9-444E41376CE5}" dt="2025-07-14T08:44:13.255" v="1295" actId="22"/>
          <ac:spMkLst>
            <pc:docMk/>
            <pc:sldMk cId="1181248255" sldId="279"/>
            <ac:spMk id="3" creationId="{E8DB5FF3-16A2-9558-50D7-D379C720BDC1}"/>
          </ac:spMkLst>
        </pc:spChg>
        <pc:spChg chg="add">
          <ac:chgData name="Ruben Kraan" userId="3ab5a76f85f29f2b" providerId="LiveId" clId="{6F3B0697-EC4D-40D2-85F9-444E41376CE5}" dt="2025-07-14T08:45:06.172" v="1298" actId="26606"/>
          <ac:spMkLst>
            <pc:docMk/>
            <pc:sldMk cId="1181248255" sldId="279"/>
            <ac:spMk id="18" creationId="{74ABF6B1-3A9A-4CEE-889E-0D96AB03A7D5}"/>
          </ac:spMkLst>
        </pc:spChg>
        <pc:picChg chg="add mod ord">
          <ac:chgData name="Ruben Kraan" userId="3ab5a76f85f29f2b" providerId="LiveId" clId="{6F3B0697-EC4D-40D2-85F9-444E41376CE5}" dt="2025-07-14T08:45:06.172" v="1298" actId="26606"/>
          <ac:picMkLst>
            <pc:docMk/>
            <pc:sldMk cId="1181248255" sldId="279"/>
            <ac:picMk id="5" creationId="{32D69835-B1A0-E35E-290E-D3C5660ACD88}"/>
          </ac:picMkLst>
        </pc:picChg>
        <pc:picChg chg="add mod ord">
          <ac:chgData name="Ruben Kraan" userId="3ab5a76f85f29f2b" providerId="LiveId" clId="{6F3B0697-EC4D-40D2-85F9-444E41376CE5}" dt="2025-07-14T08:45:06.172" v="1298" actId="26606"/>
          <ac:picMkLst>
            <pc:docMk/>
            <pc:sldMk cId="1181248255" sldId="279"/>
            <ac:picMk id="7" creationId="{98C9ED35-EFE0-13D1-EBE4-AB8E87FE0C7E}"/>
          </ac:picMkLst>
        </pc:picChg>
        <pc:picChg chg="add mod">
          <ac:chgData name="Ruben Kraan" userId="3ab5a76f85f29f2b" providerId="LiveId" clId="{6F3B0697-EC4D-40D2-85F9-444E41376CE5}" dt="2025-07-14T08:45:06.172" v="1298" actId="26606"/>
          <ac:picMkLst>
            <pc:docMk/>
            <pc:sldMk cId="1181248255" sldId="279"/>
            <ac:picMk id="9" creationId="{8CBDCEE9-4766-92E1-6E73-9C21BC92CEC1}"/>
          </ac:picMkLst>
        </pc:picChg>
        <pc:cxnChg chg="add">
          <ac:chgData name="Ruben Kraan" userId="3ab5a76f85f29f2b" providerId="LiveId" clId="{6F3B0697-EC4D-40D2-85F9-444E41376CE5}" dt="2025-07-14T08:45:06.172" v="1298" actId="26606"/>
          <ac:cxnSpMkLst>
            <pc:docMk/>
            <pc:sldMk cId="1181248255" sldId="279"/>
            <ac:cxnSpMk id="14" creationId="{F64F9B95-9045-48D2-B9F3-2927E98F54AA}"/>
          </ac:cxnSpMkLst>
        </pc:cxnChg>
        <pc:cxnChg chg="add">
          <ac:chgData name="Ruben Kraan" userId="3ab5a76f85f29f2b" providerId="LiveId" clId="{6F3B0697-EC4D-40D2-85F9-444E41376CE5}" dt="2025-07-14T08:45:06.172" v="1298" actId="26606"/>
          <ac:cxnSpMkLst>
            <pc:docMk/>
            <pc:sldMk cId="1181248255" sldId="279"/>
            <ac:cxnSpMk id="16" creationId="{085AA86F-6A4D-4BCB-A045-D992CDC2959B}"/>
          </ac:cxnSpMkLst>
        </pc:cxnChg>
        <pc:cxnChg chg="add">
          <ac:chgData name="Ruben Kraan" userId="3ab5a76f85f29f2b" providerId="LiveId" clId="{6F3B0697-EC4D-40D2-85F9-444E41376CE5}" dt="2025-07-14T08:45:06.172" v="1298" actId="26606"/>
          <ac:cxnSpMkLst>
            <pc:docMk/>
            <pc:sldMk cId="1181248255" sldId="279"/>
            <ac:cxnSpMk id="20" creationId="{E0AA8030-FA65-4B8E-8530-372EEE8517CB}"/>
          </ac:cxnSpMkLst>
        </pc:cxnChg>
      </pc:sldChg>
      <pc:sldChg chg="addSp delSp modSp new mod setBg">
        <pc:chgData name="Ruben Kraan" userId="3ab5a76f85f29f2b" providerId="LiveId" clId="{6F3B0697-EC4D-40D2-85F9-444E41376CE5}" dt="2025-07-15T07:40:02.086" v="1588" actId="14100"/>
        <pc:sldMkLst>
          <pc:docMk/>
          <pc:sldMk cId="3701973490" sldId="280"/>
        </pc:sldMkLst>
        <pc:spChg chg="mod">
          <ac:chgData name="Ruben Kraan" userId="3ab5a76f85f29f2b" providerId="LiveId" clId="{6F3B0697-EC4D-40D2-85F9-444E41376CE5}" dt="2025-07-14T08:48:24.558" v="1364" actId="26606"/>
          <ac:spMkLst>
            <pc:docMk/>
            <pc:sldMk cId="3701973490" sldId="280"/>
            <ac:spMk id="2" creationId="{92624EF1-DD39-FD0E-C04C-376392B7B457}"/>
          </ac:spMkLst>
        </pc:spChg>
        <pc:spChg chg="del">
          <ac:chgData name="Ruben Kraan" userId="3ab5a76f85f29f2b" providerId="LiveId" clId="{6F3B0697-EC4D-40D2-85F9-444E41376CE5}" dt="2025-07-14T08:48:10.937" v="1362" actId="22"/>
          <ac:spMkLst>
            <pc:docMk/>
            <pc:sldMk cId="3701973490" sldId="280"/>
            <ac:spMk id="3" creationId="{1477844A-495B-E9FD-BF47-17189F1F3B56}"/>
          </ac:spMkLst>
        </pc:spChg>
        <pc:spChg chg="add">
          <ac:chgData name="Ruben Kraan" userId="3ab5a76f85f29f2b" providerId="LiveId" clId="{6F3B0697-EC4D-40D2-85F9-444E41376CE5}" dt="2025-07-14T08:48:24.558" v="1364" actId="26606"/>
          <ac:spMkLst>
            <pc:docMk/>
            <pc:sldMk cId="3701973490" sldId="280"/>
            <ac:spMk id="16" creationId="{341BFA31-6544-45C2-9DA0-9E1C5E0B1959}"/>
          </ac:spMkLst>
        </pc:spChg>
        <pc:picChg chg="add mod ord">
          <ac:chgData name="Ruben Kraan" userId="3ab5a76f85f29f2b" providerId="LiveId" clId="{6F3B0697-EC4D-40D2-85F9-444E41376CE5}" dt="2025-07-15T07:39:58.478" v="1587" actId="14100"/>
          <ac:picMkLst>
            <pc:docMk/>
            <pc:sldMk cId="3701973490" sldId="280"/>
            <ac:picMk id="5" creationId="{B99863E3-FF5E-E1C4-55D5-A402A65C3F37}"/>
          </ac:picMkLst>
        </pc:picChg>
        <pc:picChg chg="add mod">
          <ac:chgData name="Ruben Kraan" userId="3ab5a76f85f29f2b" providerId="LiveId" clId="{6F3B0697-EC4D-40D2-85F9-444E41376CE5}" dt="2025-07-15T07:40:02.086" v="1588" actId="14100"/>
          <ac:picMkLst>
            <pc:docMk/>
            <pc:sldMk cId="3701973490" sldId="280"/>
            <ac:picMk id="7" creationId="{B570E641-D222-1BB6-AE3E-F97D9C9449C9}"/>
          </ac:picMkLst>
        </pc:picChg>
        <pc:cxnChg chg="add">
          <ac:chgData name="Ruben Kraan" userId="3ab5a76f85f29f2b" providerId="LiveId" clId="{6F3B0697-EC4D-40D2-85F9-444E41376CE5}" dt="2025-07-14T08:48:24.558" v="1364" actId="26606"/>
          <ac:cxnSpMkLst>
            <pc:docMk/>
            <pc:sldMk cId="3701973490" sldId="280"/>
            <ac:cxnSpMk id="12" creationId="{F64F9B95-9045-48D2-B9F3-2927E98F54AA}"/>
          </ac:cxnSpMkLst>
        </pc:cxnChg>
        <pc:cxnChg chg="add">
          <ac:chgData name="Ruben Kraan" userId="3ab5a76f85f29f2b" providerId="LiveId" clId="{6F3B0697-EC4D-40D2-85F9-444E41376CE5}" dt="2025-07-14T08:48:24.558" v="1364" actId="26606"/>
          <ac:cxnSpMkLst>
            <pc:docMk/>
            <pc:sldMk cId="3701973490" sldId="280"/>
            <ac:cxnSpMk id="14" creationId="{085AA86F-6A4D-4BCB-A045-D992CDC2959B}"/>
          </ac:cxnSpMkLst>
        </pc:cxnChg>
        <pc:cxnChg chg="add">
          <ac:chgData name="Ruben Kraan" userId="3ab5a76f85f29f2b" providerId="LiveId" clId="{6F3B0697-EC4D-40D2-85F9-444E41376CE5}" dt="2025-07-14T08:48:24.558" v="1364" actId="26606"/>
          <ac:cxnSpMkLst>
            <pc:docMk/>
            <pc:sldMk cId="3701973490" sldId="280"/>
            <ac:cxnSpMk id="18" creationId="{DC36F877-5419-44C1-A2CD-376BDDDC3E41}"/>
          </ac:cxnSpMkLst>
        </pc:cxnChg>
        <pc:cxnChg chg="add">
          <ac:chgData name="Ruben Kraan" userId="3ab5a76f85f29f2b" providerId="LiveId" clId="{6F3B0697-EC4D-40D2-85F9-444E41376CE5}" dt="2025-07-14T08:48:24.558" v="1364" actId="26606"/>
          <ac:cxnSpMkLst>
            <pc:docMk/>
            <pc:sldMk cId="3701973490" sldId="280"/>
            <ac:cxnSpMk id="20" creationId="{44B21692-652C-4371-95C5-05248EF342FA}"/>
          </ac:cxnSpMkLst>
        </pc:cxnChg>
      </pc:sldChg>
      <pc:sldChg chg="addSp delSp modSp new mod setBg">
        <pc:chgData name="Ruben Kraan" userId="3ab5a76f85f29f2b" providerId="LiveId" clId="{6F3B0697-EC4D-40D2-85F9-444E41376CE5}" dt="2025-07-14T09:40:34.372" v="1558" actId="26606"/>
        <pc:sldMkLst>
          <pc:docMk/>
          <pc:sldMk cId="3359327983" sldId="281"/>
        </pc:sldMkLst>
        <pc:spChg chg="mod">
          <ac:chgData name="Ruben Kraan" userId="3ab5a76f85f29f2b" providerId="LiveId" clId="{6F3B0697-EC4D-40D2-85F9-444E41376CE5}" dt="2025-07-14T09:40:34.372" v="1558" actId="26606"/>
          <ac:spMkLst>
            <pc:docMk/>
            <pc:sldMk cId="3359327983" sldId="281"/>
            <ac:spMk id="2" creationId="{A1AB9B6A-5F72-AE42-81CE-039B074570EF}"/>
          </ac:spMkLst>
        </pc:spChg>
        <pc:spChg chg="del">
          <ac:chgData name="Ruben Kraan" userId="3ab5a76f85f29f2b" providerId="LiveId" clId="{6F3B0697-EC4D-40D2-85F9-444E41376CE5}" dt="2025-07-14T08:48:45.795" v="1378" actId="22"/>
          <ac:spMkLst>
            <pc:docMk/>
            <pc:sldMk cId="3359327983" sldId="281"/>
            <ac:spMk id="3" creationId="{AE83C47F-BD9F-5776-1DF0-AD10720530E8}"/>
          </ac:spMkLst>
        </pc:spChg>
        <pc:spChg chg="add del">
          <ac:chgData name="Ruben Kraan" userId="3ab5a76f85f29f2b" providerId="LiveId" clId="{6F3B0697-EC4D-40D2-85F9-444E41376CE5}" dt="2025-07-14T09:40:34.372" v="1558" actId="26606"/>
          <ac:spMkLst>
            <pc:docMk/>
            <pc:sldMk cId="3359327983" sldId="281"/>
            <ac:spMk id="14" creationId="{33E93247-6229-44AB-A550-739E971E690B}"/>
          </ac:spMkLst>
        </pc:spChg>
        <pc:spChg chg="add">
          <ac:chgData name="Ruben Kraan" userId="3ab5a76f85f29f2b" providerId="LiveId" clId="{6F3B0697-EC4D-40D2-85F9-444E41376CE5}" dt="2025-07-14T09:40:34.372" v="1558" actId="26606"/>
          <ac:spMkLst>
            <pc:docMk/>
            <pc:sldMk cId="3359327983" sldId="281"/>
            <ac:spMk id="25" creationId="{33E93247-6229-44AB-A550-739E971E690B}"/>
          </ac:spMkLst>
        </pc:spChg>
        <pc:picChg chg="add mod ord">
          <ac:chgData name="Ruben Kraan" userId="3ab5a76f85f29f2b" providerId="LiveId" clId="{6F3B0697-EC4D-40D2-85F9-444E41376CE5}" dt="2025-07-14T08:48:53.141" v="1380" actId="26606"/>
          <ac:picMkLst>
            <pc:docMk/>
            <pc:sldMk cId="3359327983" sldId="281"/>
            <ac:picMk id="5" creationId="{66A13169-E367-05BF-61B4-BF6359278C74}"/>
          </ac:picMkLst>
        </pc:picChg>
        <pc:cxnChg chg="add del">
          <ac:chgData name="Ruben Kraan" userId="3ab5a76f85f29f2b" providerId="LiveId" clId="{6F3B0697-EC4D-40D2-85F9-444E41376CE5}" dt="2025-07-14T09:40:34.372" v="1558" actId="26606"/>
          <ac:cxnSpMkLst>
            <pc:docMk/>
            <pc:sldMk cId="3359327983" sldId="281"/>
            <ac:cxnSpMk id="10" creationId="{F64F9B95-9045-48D2-B9F3-2927E98F54AA}"/>
          </ac:cxnSpMkLst>
        </pc:cxnChg>
        <pc:cxnChg chg="add del">
          <ac:chgData name="Ruben Kraan" userId="3ab5a76f85f29f2b" providerId="LiveId" clId="{6F3B0697-EC4D-40D2-85F9-444E41376CE5}" dt="2025-07-14T09:40:34.372" v="1558" actId="26606"/>
          <ac:cxnSpMkLst>
            <pc:docMk/>
            <pc:sldMk cId="3359327983" sldId="281"/>
            <ac:cxnSpMk id="12" creationId="{085AA86F-6A4D-4BCB-A045-D992CDC2959B}"/>
          </ac:cxnSpMkLst>
        </pc:cxnChg>
        <pc:cxnChg chg="add del">
          <ac:chgData name="Ruben Kraan" userId="3ab5a76f85f29f2b" providerId="LiveId" clId="{6F3B0697-EC4D-40D2-85F9-444E41376CE5}" dt="2025-07-14T09:40:34.372" v="1558" actId="26606"/>
          <ac:cxnSpMkLst>
            <pc:docMk/>
            <pc:sldMk cId="3359327983" sldId="281"/>
            <ac:cxnSpMk id="16" creationId="{EE2E603F-4A95-4FE8-BB06-211DFD75DBEF}"/>
          </ac:cxnSpMkLst>
        </pc:cxnChg>
        <pc:cxnChg chg="add">
          <ac:chgData name="Ruben Kraan" userId="3ab5a76f85f29f2b" providerId="LiveId" clId="{6F3B0697-EC4D-40D2-85F9-444E41376CE5}" dt="2025-07-14T09:40:34.372" v="1558" actId="26606"/>
          <ac:cxnSpMkLst>
            <pc:docMk/>
            <pc:sldMk cId="3359327983" sldId="281"/>
            <ac:cxnSpMk id="21" creationId="{F64F9B95-9045-48D2-B9F3-2927E98F54AA}"/>
          </ac:cxnSpMkLst>
        </pc:cxnChg>
        <pc:cxnChg chg="add">
          <ac:chgData name="Ruben Kraan" userId="3ab5a76f85f29f2b" providerId="LiveId" clId="{6F3B0697-EC4D-40D2-85F9-444E41376CE5}" dt="2025-07-14T09:40:34.372" v="1558" actId="26606"/>
          <ac:cxnSpMkLst>
            <pc:docMk/>
            <pc:sldMk cId="3359327983" sldId="281"/>
            <ac:cxnSpMk id="23" creationId="{085AA86F-6A4D-4BCB-A045-D992CDC2959B}"/>
          </ac:cxnSpMkLst>
        </pc:cxnChg>
        <pc:cxnChg chg="add">
          <ac:chgData name="Ruben Kraan" userId="3ab5a76f85f29f2b" providerId="LiveId" clId="{6F3B0697-EC4D-40D2-85F9-444E41376CE5}" dt="2025-07-14T09:40:34.372" v="1558" actId="26606"/>
          <ac:cxnSpMkLst>
            <pc:docMk/>
            <pc:sldMk cId="3359327983" sldId="281"/>
            <ac:cxnSpMk id="27" creationId="{EE2E603F-4A95-4FE8-BB06-211DFD75DBEF}"/>
          </ac:cxnSpMkLst>
        </pc:cxnChg>
      </pc:sldChg>
      <pc:sldChg chg="addSp delSp modSp new mod setBg">
        <pc:chgData name="Ruben Kraan" userId="3ab5a76f85f29f2b" providerId="LiveId" clId="{6F3B0697-EC4D-40D2-85F9-444E41376CE5}" dt="2025-07-14T09:40:32.050" v="1557" actId="26606"/>
        <pc:sldMkLst>
          <pc:docMk/>
          <pc:sldMk cId="941929646" sldId="282"/>
        </pc:sldMkLst>
        <pc:spChg chg="mod">
          <ac:chgData name="Ruben Kraan" userId="3ab5a76f85f29f2b" providerId="LiveId" clId="{6F3B0697-EC4D-40D2-85F9-444E41376CE5}" dt="2025-07-14T09:40:32.050" v="1557" actId="26606"/>
          <ac:spMkLst>
            <pc:docMk/>
            <pc:sldMk cId="941929646" sldId="282"/>
            <ac:spMk id="2" creationId="{91D57DB4-A4BA-898E-5912-57D0E7669829}"/>
          </ac:spMkLst>
        </pc:spChg>
        <pc:spChg chg="del">
          <ac:chgData name="Ruben Kraan" userId="3ab5a76f85f29f2b" providerId="LiveId" clId="{6F3B0697-EC4D-40D2-85F9-444E41376CE5}" dt="2025-07-14T08:49:18.502" v="1382" actId="22"/>
          <ac:spMkLst>
            <pc:docMk/>
            <pc:sldMk cId="941929646" sldId="282"/>
            <ac:spMk id="3" creationId="{E5F123C6-9FCF-87BB-B4F9-02D730F2275A}"/>
          </ac:spMkLst>
        </pc:spChg>
        <pc:spChg chg="add">
          <ac:chgData name="Ruben Kraan" userId="3ab5a76f85f29f2b" providerId="LiveId" clId="{6F3B0697-EC4D-40D2-85F9-444E41376CE5}" dt="2025-07-14T09:40:32.050" v="1557" actId="26606"/>
          <ac:spMkLst>
            <pc:docMk/>
            <pc:sldMk cId="941929646" sldId="282"/>
            <ac:spMk id="14" creationId="{33E93247-6229-44AB-A550-739E971E690B}"/>
          </ac:spMkLst>
        </pc:spChg>
        <pc:picChg chg="add mod ord">
          <ac:chgData name="Ruben Kraan" userId="3ab5a76f85f29f2b" providerId="LiveId" clId="{6F3B0697-EC4D-40D2-85F9-444E41376CE5}" dt="2025-07-14T09:40:32.050" v="1557" actId="26606"/>
          <ac:picMkLst>
            <pc:docMk/>
            <pc:sldMk cId="941929646" sldId="282"/>
            <ac:picMk id="5" creationId="{EFA278E6-B512-2086-F1D7-60508D72C075}"/>
          </ac:picMkLst>
        </pc:picChg>
        <pc:cxnChg chg="add">
          <ac:chgData name="Ruben Kraan" userId="3ab5a76f85f29f2b" providerId="LiveId" clId="{6F3B0697-EC4D-40D2-85F9-444E41376CE5}" dt="2025-07-14T09:40:32.050" v="1557" actId="26606"/>
          <ac:cxnSpMkLst>
            <pc:docMk/>
            <pc:sldMk cId="941929646" sldId="282"/>
            <ac:cxnSpMk id="10" creationId="{F64F9B95-9045-48D2-B9F3-2927E98F54AA}"/>
          </ac:cxnSpMkLst>
        </pc:cxnChg>
        <pc:cxnChg chg="add">
          <ac:chgData name="Ruben Kraan" userId="3ab5a76f85f29f2b" providerId="LiveId" clId="{6F3B0697-EC4D-40D2-85F9-444E41376CE5}" dt="2025-07-14T09:40:32.050" v="1557" actId="26606"/>
          <ac:cxnSpMkLst>
            <pc:docMk/>
            <pc:sldMk cId="941929646" sldId="282"/>
            <ac:cxnSpMk id="12" creationId="{085AA86F-6A4D-4BCB-A045-D992CDC2959B}"/>
          </ac:cxnSpMkLst>
        </pc:cxnChg>
        <pc:cxnChg chg="add">
          <ac:chgData name="Ruben Kraan" userId="3ab5a76f85f29f2b" providerId="LiveId" clId="{6F3B0697-EC4D-40D2-85F9-444E41376CE5}" dt="2025-07-14T09:40:32.050" v="1557" actId="26606"/>
          <ac:cxnSpMkLst>
            <pc:docMk/>
            <pc:sldMk cId="941929646" sldId="282"/>
            <ac:cxnSpMk id="16" creationId="{EE2E603F-4A95-4FE8-BB06-211DFD75DBEF}"/>
          </ac:cxnSpMkLst>
        </pc:cxnChg>
      </pc:sldChg>
      <pc:sldChg chg="addSp delSp modSp new mod setBg">
        <pc:chgData name="Ruben Kraan" userId="3ab5a76f85f29f2b" providerId="LiveId" clId="{6F3B0697-EC4D-40D2-85F9-444E41376CE5}" dt="2025-07-14T09:40:29.643" v="1556" actId="26606"/>
        <pc:sldMkLst>
          <pc:docMk/>
          <pc:sldMk cId="3976402899" sldId="283"/>
        </pc:sldMkLst>
        <pc:spChg chg="mod">
          <ac:chgData name="Ruben Kraan" userId="3ab5a76f85f29f2b" providerId="LiveId" clId="{6F3B0697-EC4D-40D2-85F9-444E41376CE5}" dt="2025-07-14T09:40:29.643" v="1556" actId="26606"/>
          <ac:spMkLst>
            <pc:docMk/>
            <pc:sldMk cId="3976402899" sldId="283"/>
            <ac:spMk id="2" creationId="{5A7AF7EF-4479-5821-E076-CE15C8B668CE}"/>
          </ac:spMkLst>
        </pc:spChg>
        <pc:spChg chg="del">
          <ac:chgData name="Ruben Kraan" userId="3ab5a76f85f29f2b" providerId="LiveId" clId="{6F3B0697-EC4D-40D2-85F9-444E41376CE5}" dt="2025-07-14T08:50:19.048" v="1392" actId="22"/>
          <ac:spMkLst>
            <pc:docMk/>
            <pc:sldMk cId="3976402899" sldId="283"/>
            <ac:spMk id="3" creationId="{3F20987D-9475-B5A3-0380-A3CD2A8EE61F}"/>
          </ac:spMkLst>
        </pc:spChg>
        <pc:spChg chg="add">
          <ac:chgData name="Ruben Kraan" userId="3ab5a76f85f29f2b" providerId="LiveId" clId="{6F3B0697-EC4D-40D2-85F9-444E41376CE5}" dt="2025-07-14T09:40:29.643" v="1556" actId="26606"/>
          <ac:spMkLst>
            <pc:docMk/>
            <pc:sldMk cId="3976402899" sldId="283"/>
            <ac:spMk id="14" creationId="{33E93247-6229-44AB-A550-739E971E690B}"/>
          </ac:spMkLst>
        </pc:spChg>
        <pc:picChg chg="add mod ord">
          <ac:chgData name="Ruben Kraan" userId="3ab5a76f85f29f2b" providerId="LiveId" clId="{6F3B0697-EC4D-40D2-85F9-444E41376CE5}" dt="2025-07-14T09:40:29.643" v="1556" actId="26606"/>
          <ac:picMkLst>
            <pc:docMk/>
            <pc:sldMk cId="3976402899" sldId="283"/>
            <ac:picMk id="5" creationId="{15B7E4CB-D445-ECEF-6609-7483C8CEB7A6}"/>
          </ac:picMkLst>
        </pc:picChg>
        <pc:cxnChg chg="add">
          <ac:chgData name="Ruben Kraan" userId="3ab5a76f85f29f2b" providerId="LiveId" clId="{6F3B0697-EC4D-40D2-85F9-444E41376CE5}" dt="2025-07-14T09:40:29.643" v="1556" actId="26606"/>
          <ac:cxnSpMkLst>
            <pc:docMk/>
            <pc:sldMk cId="3976402899" sldId="283"/>
            <ac:cxnSpMk id="10" creationId="{F64F9B95-9045-48D2-B9F3-2927E98F54AA}"/>
          </ac:cxnSpMkLst>
        </pc:cxnChg>
        <pc:cxnChg chg="add">
          <ac:chgData name="Ruben Kraan" userId="3ab5a76f85f29f2b" providerId="LiveId" clId="{6F3B0697-EC4D-40D2-85F9-444E41376CE5}" dt="2025-07-14T09:40:29.643" v="1556" actId="26606"/>
          <ac:cxnSpMkLst>
            <pc:docMk/>
            <pc:sldMk cId="3976402899" sldId="283"/>
            <ac:cxnSpMk id="12" creationId="{085AA86F-6A4D-4BCB-A045-D992CDC2959B}"/>
          </ac:cxnSpMkLst>
        </pc:cxnChg>
        <pc:cxnChg chg="add">
          <ac:chgData name="Ruben Kraan" userId="3ab5a76f85f29f2b" providerId="LiveId" clId="{6F3B0697-EC4D-40D2-85F9-444E41376CE5}" dt="2025-07-14T09:40:29.643" v="1556" actId="26606"/>
          <ac:cxnSpMkLst>
            <pc:docMk/>
            <pc:sldMk cId="3976402899" sldId="283"/>
            <ac:cxnSpMk id="16" creationId="{EE2E603F-4A95-4FE8-BB06-211DFD75DBEF}"/>
          </ac:cxnSpMkLst>
        </pc:cxnChg>
      </pc:sldChg>
      <pc:sldChg chg="addSp delSp modSp new mod setBg">
        <pc:chgData name="Ruben Kraan" userId="3ab5a76f85f29f2b" providerId="LiveId" clId="{6F3B0697-EC4D-40D2-85F9-444E41376CE5}" dt="2025-07-14T08:50:42.978" v="1398" actId="26606"/>
        <pc:sldMkLst>
          <pc:docMk/>
          <pc:sldMk cId="2416156438" sldId="284"/>
        </pc:sldMkLst>
        <pc:spChg chg="mod">
          <ac:chgData name="Ruben Kraan" userId="3ab5a76f85f29f2b" providerId="LiveId" clId="{6F3B0697-EC4D-40D2-85F9-444E41376CE5}" dt="2025-07-14T08:50:42.978" v="1398" actId="26606"/>
          <ac:spMkLst>
            <pc:docMk/>
            <pc:sldMk cId="2416156438" sldId="284"/>
            <ac:spMk id="2" creationId="{34DCA4FB-0D83-1CAF-0546-AA0BB883E2F4}"/>
          </ac:spMkLst>
        </pc:spChg>
        <pc:spChg chg="del">
          <ac:chgData name="Ruben Kraan" userId="3ab5a76f85f29f2b" providerId="LiveId" clId="{6F3B0697-EC4D-40D2-85F9-444E41376CE5}" dt="2025-07-14T08:50:41.043" v="1397" actId="22"/>
          <ac:spMkLst>
            <pc:docMk/>
            <pc:sldMk cId="2416156438" sldId="284"/>
            <ac:spMk id="3" creationId="{AC2F5FA1-9C37-B759-DDA2-E302D0B07C47}"/>
          </ac:spMkLst>
        </pc:spChg>
        <pc:spChg chg="add">
          <ac:chgData name="Ruben Kraan" userId="3ab5a76f85f29f2b" providerId="LiveId" clId="{6F3B0697-EC4D-40D2-85F9-444E41376CE5}" dt="2025-07-14T08:50:42.978" v="1398" actId="26606"/>
          <ac:spMkLst>
            <pc:docMk/>
            <pc:sldMk cId="2416156438" sldId="284"/>
            <ac:spMk id="14" creationId="{33E93247-6229-44AB-A550-739E971E690B}"/>
          </ac:spMkLst>
        </pc:spChg>
        <pc:picChg chg="add mod ord">
          <ac:chgData name="Ruben Kraan" userId="3ab5a76f85f29f2b" providerId="LiveId" clId="{6F3B0697-EC4D-40D2-85F9-444E41376CE5}" dt="2025-07-14T08:50:42.978" v="1398" actId="26606"/>
          <ac:picMkLst>
            <pc:docMk/>
            <pc:sldMk cId="2416156438" sldId="284"/>
            <ac:picMk id="5" creationId="{90DE41BD-93EA-F104-FCE0-8586749E21A7}"/>
          </ac:picMkLst>
        </pc:picChg>
        <pc:cxnChg chg="add">
          <ac:chgData name="Ruben Kraan" userId="3ab5a76f85f29f2b" providerId="LiveId" clId="{6F3B0697-EC4D-40D2-85F9-444E41376CE5}" dt="2025-07-14T08:50:42.978" v="1398" actId="26606"/>
          <ac:cxnSpMkLst>
            <pc:docMk/>
            <pc:sldMk cId="2416156438" sldId="284"/>
            <ac:cxnSpMk id="10" creationId="{F64F9B95-9045-48D2-B9F3-2927E98F54AA}"/>
          </ac:cxnSpMkLst>
        </pc:cxnChg>
        <pc:cxnChg chg="add">
          <ac:chgData name="Ruben Kraan" userId="3ab5a76f85f29f2b" providerId="LiveId" clId="{6F3B0697-EC4D-40D2-85F9-444E41376CE5}" dt="2025-07-14T08:50:42.978" v="1398" actId="26606"/>
          <ac:cxnSpMkLst>
            <pc:docMk/>
            <pc:sldMk cId="2416156438" sldId="284"/>
            <ac:cxnSpMk id="12" creationId="{085AA86F-6A4D-4BCB-A045-D992CDC2959B}"/>
          </ac:cxnSpMkLst>
        </pc:cxnChg>
        <pc:cxnChg chg="add">
          <ac:chgData name="Ruben Kraan" userId="3ab5a76f85f29f2b" providerId="LiveId" clId="{6F3B0697-EC4D-40D2-85F9-444E41376CE5}" dt="2025-07-14T08:50:42.978" v="1398" actId="26606"/>
          <ac:cxnSpMkLst>
            <pc:docMk/>
            <pc:sldMk cId="2416156438" sldId="284"/>
            <ac:cxnSpMk id="16" creationId="{EE2E603F-4A95-4FE8-BB06-211DFD75DBEF}"/>
          </ac:cxnSpMkLst>
        </pc:cxnChg>
      </pc:sldChg>
      <pc:sldChg chg="addSp delSp modSp new mod setBg">
        <pc:chgData name="Ruben Kraan" userId="3ab5a76f85f29f2b" providerId="LiveId" clId="{6F3B0697-EC4D-40D2-85F9-444E41376CE5}" dt="2025-07-14T09:34:48.547" v="1479" actId="26606"/>
        <pc:sldMkLst>
          <pc:docMk/>
          <pc:sldMk cId="2326556704" sldId="285"/>
        </pc:sldMkLst>
        <pc:spChg chg="mod">
          <ac:chgData name="Ruben Kraan" userId="3ab5a76f85f29f2b" providerId="LiveId" clId="{6F3B0697-EC4D-40D2-85F9-444E41376CE5}" dt="2025-07-14T08:54:45.549" v="1433" actId="26606"/>
          <ac:spMkLst>
            <pc:docMk/>
            <pc:sldMk cId="2326556704" sldId="285"/>
            <ac:spMk id="2" creationId="{20538B51-FF0B-8A90-69BA-3EE474B131D9}"/>
          </ac:spMkLst>
        </pc:spChg>
        <pc:spChg chg="del">
          <ac:chgData name="Ruben Kraan" userId="3ab5a76f85f29f2b" providerId="LiveId" clId="{6F3B0697-EC4D-40D2-85F9-444E41376CE5}" dt="2025-07-14T08:51:28.167" v="1403" actId="22"/>
          <ac:spMkLst>
            <pc:docMk/>
            <pc:sldMk cId="2326556704" sldId="285"/>
            <ac:spMk id="3" creationId="{9D63C667-40FE-530C-2B04-3747672EA8CB}"/>
          </ac:spMkLst>
        </pc:spChg>
        <pc:spChg chg="add del mod">
          <ac:chgData name="Ruben Kraan" userId="3ab5a76f85f29f2b" providerId="LiveId" clId="{6F3B0697-EC4D-40D2-85F9-444E41376CE5}" dt="2025-07-14T09:34:48.547" v="1479" actId="26606"/>
          <ac:spMkLst>
            <pc:docMk/>
            <pc:sldMk cId="2326556704" sldId="285"/>
            <ac:spMk id="9" creationId="{5054B1F0-ED02-EF7A-F7A5-E9F92E5F17BD}"/>
          </ac:spMkLst>
        </pc:spChg>
        <pc:spChg chg="add del">
          <ac:chgData name="Ruben Kraan" userId="3ab5a76f85f29f2b" providerId="LiveId" clId="{6F3B0697-EC4D-40D2-85F9-444E41376CE5}" dt="2025-07-14T09:34:48.547" v="1479" actId="26606"/>
          <ac:spMkLst>
            <pc:docMk/>
            <pc:sldMk cId="2326556704" sldId="285"/>
            <ac:spMk id="14" creationId="{33E93247-6229-44AB-A550-739E971E690B}"/>
          </ac:spMkLst>
        </pc:spChg>
        <pc:spChg chg="add">
          <ac:chgData name="Ruben Kraan" userId="3ab5a76f85f29f2b" providerId="LiveId" clId="{6F3B0697-EC4D-40D2-85F9-444E41376CE5}" dt="2025-07-14T09:34:48.547" v="1479" actId="26606"/>
          <ac:spMkLst>
            <pc:docMk/>
            <pc:sldMk cId="2326556704" sldId="285"/>
            <ac:spMk id="25" creationId="{33E93247-6229-44AB-A550-739E971E690B}"/>
          </ac:spMkLst>
        </pc:spChg>
        <pc:picChg chg="add del mod ord">
          <ac:chgData name="Ruben Kraan" userId="3ab5a76f85f29f2b" providerId="LiveId" clId="{6F3B0697-EC4D-40D2-85F9-444E41376CE5}" dt="2025-07-14T09:34:44.703" v="1477" actId="478"/>
          <ac:picMkLst>
            <pc:docMk/>
            <pc:sldMk cId="2326556704" sldId="285"/>
            <ac:picMk id="5" creationId="{BDD5537F-6800-8402-A529-E898BEB19BFF}"/>
          </ac:picMkLst>
        </pc:picChg>
        <pc:picChg chg="add mod">
          <ac:chgData name="Ruben Kraan" userId="3ab5a76f85f29f2b" providerId="LiveId" clId="{6F3B0697-EC4D-40D2-85F9-444E41376CE5}" dt="2025-07-14T09:34:48.547" v="1479" actId="26606"/>
          <ac:picMkLst>
            <pc:docMk/>
            <pc:sldMk cId="2326556704" sldId="285"/>
            <ac:picMk id="7" creationId="{C3CDA90A-3BC0-F261-58A2-B4FF1D4BCEAD}"/>
          </ac:picMkLst>
        </pc:picChg>
        <pc:cxnChg chg="add del">
          <ac:chgData name="Ruben Kraan" userId="3ab5a76f85f29f2b" providerId="LiveId" clId="{6F3B0697-EC4D-40D2-85F9-444E41376CE5}" dt="2025-07-14T09:34:48.547" v="1479" actId="26606"/>
          <ac:cxnSpMkLst>
            <pc:docMk/>
            <pc:sldMk cId="2326556704" sldId="285"/>
            <ac:cxnSpMk id="10" creationId="{F64F9B95-9045-48D2-B9F3-2927E98F54AA}"/>
          </ac:cxnSpMkLst>
        </pc:cxnChg>
        <pc:cxnChg chg="add del">
          <ac:chgData name="Ruben Kraan" userId="3ab5a76f85f29f2b" providerId="LiveId" clId="{6F3B0697-EC4D-40D2-85F9-444E41376CE5}" dt="2025-07-14T09:34:48.547" v="1479" actId="26606"/>
          <ac:cxnSpMkLst>
            <pc:docMk/>
            <pc:sldMk cId="2326556704" sldId="285"/>
            <ac:cxnSpMk id="12" creationId="{085AA86F-6A4D-4BCB-A045-D992CDC2959B}"/>
          </ac:cxnSpMkLst>
        </pc:cxnChg>
        <pc:cxnChg chg="add del">
          <ac:chgData name="Ruben Kraan" userId="3ab5a76f85f29f2b" providerId="LiveId" clId="{6F3B0697-EC4D-40D2-85F9-444E41376CE5}" dt="2025-07-14T09:34:48.547" v="1479" actId="26606"/>
          <ac:cxnSpMkLst>
            <pc:docMk/>
            <pc:sldMk cId="2326556704" sldId="285"/>
            <ac:cxnSpMk id="16" creationId="{EE2E603F-4A95-4FE8-BB06-211DFD75DBEF}"/>
          </ac:cxnSpMkLst>
        </pc:cxnChg>
        <pc:cxnChg chg="add">
          <ac:chgData name="Ruben Kraan" userId="3ab5a76f85f29f2b" providerId="LiveId" clId="{6F3B0697-EC4D-40D2-85F9-444E41376CE5}" dt="2025-07-14T09:34:48.547" v="1479" actId="26606"/>
          <ac:cxnSpMkLst>
            <pc:docMk/>
            <pc:sldMk cId="2326556704" sldId="285"/>
            <ac:cxnSpMk id="21" creationId="{F64F9B95-9045-48D2-B9F3-2927E98F54AA}"/>
          </ac:cxnSpMkLst>
        </pc:cxnChg>
        <pc:cxnChg chg="add">
          <ac:chgData name="Ruben Kraan" userId="3ab5a76f85f29f2b" providerId="LiveId" clId="{6F3B0697-EC4D-40D2-85F9-444E41376CE5}" dt="2025-07-14T09:34:48.547" v="1479" actId="26606"/>
          <ac:cxnSpMkLst>
            <pc:docMk/>
            <pc:sldMk cId="2326556704" sldId="285"/>
            <ac:cxnSpMk id="23" creationId="{085AA86F-6A4D-4BCB-A045-D992CDC2959B}"/>
          </ac:cxnSpMkLst>
        </pc:cxnChg>
        <pc:cxnChg chg="add">
          <ac:chgData name="Ruben Kraan" userId="3ab5a76f85f29f2b" providerId="LiveId" clId="{6F3B0697-EC4D-40D2-85F9-444E41376CE5}" dt="2025-07-14T09:34:48.547" v="1479" actId="26606"/>
          <ac:cxnSpMkLst>
            <pc:docMk/>
            <pc:sldMk cId="2326556704" sldId="285"/>
            <ac:cxnSpMk id="27" creationId="{EE2E603F-4A95-4FE8-BB06-211DFD75DBEF}"/>
          </ac:cxnSpMkLst>
        </pc:cxnChg>
      </pc:sldChg>
      <pc:sldChg chg="addSp delSp modSp new mod setBg">
        <pc:chgData name="Ruben Kraan" userId="3ab5a76f85f29f2b" providerId="LiveId" clId="{6F3B0697-EC4D-40D2-85F9-444E41376CE5}" dt="2025-07-14T09:35:06.515" v="1482" actId="26606"/>
        <pc:sldMkLst>
          <pc:docMk/>
          <pc:sldMk cId="785830704" sldId="286"/>
        </pc:sldMkLst>
        <pc:spChg chg="mod">
          <ac:chgData name="Ruben Kraan" userId="3ab5a76f85f29f2b" providerId="LiveId" clId="{6F3B0697-EC4D-40D2-85F9-444E41376CE5}" dt="2025-07-14T08:54:36.775" v="1432" actId="26606"/>
          <ac:spMkLst>
            <pc:docMk/>
            <pc:sldMk cId="785830704" sldId="286"/>
            <ac:spMk id="2" creationId="{BDB1C0DA-4A2C-D921-6D92-D9611ECB8E44}"/>
          </ac:spMkLst>
        </pc:spChg>
        <pc:spChg chg="del">
          <ac:chgData name="Ruben Kraan" userId="3ab5a76f85f29f2b" providerId="LiveId" clId="{6F3B0697-EC4D-40D2-85F9-444E41376CE5}" dt="2025-07-14T08:51:47.740" v="1405" actId="22"/>
          <ac:spMkLst>
            <pc:docMk/>
            <pc:sldMk cId="785830704" sldId="286"/>
            <ac:spMk id="3" creationId="{496D3520-3698-4C65-4B4C-E4E48542894C}"/>
          </ac:spMkLst>
        </pc:spChg>
        <pc:spChg chg="add del mod">
          <ac:chgData name="Ruben Kraan" userId="3ab5a76f85f29f2b" providerId="LiveId" clId="{6F3B0697-EC4D-40D2-85F9-444E41376CE5}" dt="2025-07-14T09:35:05.178" v="1481" actId="22"/>
          <ac:spMkLst>
            <pc:docMk/>
            <pc:sldMk cId="785830704" sldId="286"/>
            <ac:spMk id="7" creationId="{A4145747-7422-92EB-F542-E252DB444985}"/>
          </ac:spMkLst>
        </pc:spChg>
        <pc:spChg chg="add del">
          <ac:chgData name="Ruben Kraan" userId="3ab5a76f85f29f2b" providerId="LiveId" clId="{6F3B0697-EC4D-40D2-85F9-444E41376CE5}" dt="2025-07-14T09:35:06.515" v="1482" actId="26606"/>
          <ac:spMkLst>
            <pc:docMk/>
            <pc:sldMk cId="785830704" sldId="286"/>
            <ac:spMk id="14" creationId="{33E93247-6229-44AB-A550-739E971E690B}"/>
          </ac:spMkLst>
        </pc:spChg>
        <pc:spChg chg="add">
          <ac:chgData name="Ruben Kraan" userId="3ab5a76f85f29f2b" providerId="LiveId" clId="{6F3B0697-EC4D-40D2-85F9-444E41376CE5}" dt="2025-07-14T09:35:06.515" v="1482" actId="26606"/>
          <ac:spMkLst>
            <pc:docMk/>
            <pc:sldMk cId="785830704" sldId="286"/>
            <ac:spMk id="25" creationId="{33E93247-6229-44AB-A550-739E971E690B}"/>
          </ac:spMkLst>
        </pc:spChg>
        <pc:picChg chg="add del mod ord">
          <ac:chgData name="Ruben Kraan" userId="3ab5a76f85f29f2b" providerId="LiveId" clId="{6F3B0697-EC4D-40D2-85F9-444E41376CE5}" dt="2025-07-14T09:34:54.781" v="1480" actId="478"/>
          <ac:picMkLst>
            <pc:docMk/>
            <pc:sldMk cId="785830704" sldId="286"/>
            <ac:picMk id="5" creationId="{BA8D7DEB-E60F-2117-3675-17E0080C22A9}"/>
          </ac:picMkLst>
        </pc:picChg>
        <pc:picChg chg="add mod ord">
          <ac:chgData name="Ruben Kraan" userId="3ab5a76f85f29f2b" providerId="LiveId" clId="{6F3B0697-EC4D-40D2-85F9-444E41376CE5}" dt="2025-07-14T09:35:06.515" v="1482" actId="26606"/>
          <ac:picMkLst>
            <pc:docMk/>
            <pc:sldMk cId="785830704" sldId="286"/>
            <ac:picMk id="9" creationId="{48A84FF7-4BD4-EB0E-76F1-5BE440CDE20B}"/>
          </ac:picMkLst>
        </pc:picChg>
        <pc:cxnChg chg="add del">
          <ac:chgData name="Ruben Kraan" userId="3ab5a76f85f29f2b" providerId="LiveId" clId="{6F3B0697-EC4D-40D2-85F9-444E41376CE5}" dt="2025-07-14T09:35:06.515" v="1482" actId="26606"/>
          <ac:cxnSpMkLst>
            <pc:docMk/>
            <pc:sldMk cId="785830704" sldId="286"/>
            <ac:cxnSpMk id="10" creationId="{F64F9B95-9045-48D2-B9F3-2927E98F54AA}"/>
          </ac:cxnSpMkLst>
        </pc:cxnChg>
        <pc:cxnChg chg="add del">
          <ac:chgData name="Ruben Kraan" userId="3ab5a76f85f29f2b" providerId="LiveId" clId="{6F3B0697-EC4D-40D2-85F9-444E41376CE5}" dt="2025-07-14T09:35:06.515" v="1482" actId="26606"/>
          <ac:cxnSpMkLst>
            <pc:docMk/>
            <pc:sldMk cId="785830704" sldId="286"/>
            <ac:cxnSpMk id="12" creationId="{085AA86F-6A4D-4BCB-A045-D992CDC2959B}"/>
          </ac:cxnSpMkLst>
        </pc:cxnChg>
        <pc:cxnChg chg="add del">
          <ac:chgData name="Ruben Kraan" userId="3ab5a76f85f29f2b" providerId="LiveId" clId="{6F3B0697-EC4D-40D2-85F9-444E41376CE5}" dt="2025-07-14T09:35:06.515" v="1482" actId="26606"/>
          <ac:cxnSpMkLst>
            <pc:docMk/>
            <pc:sldMk cId="785830704" sldId="286"/>
            <ac:cxnSpMk id="16" creationId="{EE2E603F-4A95-4FE8-BB06-211DFD75DBEF}"/>
          </ac:cxnSpMkLst>
        </pc:cxnChg>
        <pc:cxnChg chg="add">
          <ac:chgData name="Ruben Kraan" userId="3ab5a76f85f29f2b" providerId="LiveId" clId="{6F3B0697-EC4D-40D2-85F9-444E41376CE5}" dt="2025-07-14T09:35:06.515" v="1482" actId="26606"/>
          <ac:cxnSpMkLst>
            <pc:docMk/>
            <pc:sldMk cId="785830704" sldId="286"/>
            <ac:cxnSpMk id="21" creationId="{F64F9B95-9045-48D2-B9F3-2927E98F54AA}"/>
          </ac:cxnSpMkLst>
        </pc:cxnChg>
        <pc:cxnChg chg="add">
          <ac:chgData name="Ruben Kraan" userId="3ab5a76f85f29f2b" providerId="LiveId" clId="{6F3B0697-EC4D-40D2-85F9-444E41376CE5}" dt="2025-07-14T09:35:06.515" v="1482" actId="26606"/>
          <ac:cxnSpMkLst>
            <pc:docMk/>
            <pc:sldMk cId="785830704" sldId="286"/>
            <ac:cxnSpMk id="23" creationId="{085AA86F-6A4D-4BCB-A045-D992CDC2959B}"/>
          </ac:cxnSpMkLst>
        </pc:cxnChg>
        <pc:cxnChg chg="add">
          <ac:chgData name="Ruben Kraan" userId="3ab5a76f85f29f2b" providerId="LiveId" clId="{6F3B0697-EC4D-40D2-85F9-444E41376CE5}" dt="2025-07-14T09:35:06.515" v="1482" actId="26606"/>
          <ac:cxnSpMkLst>
            <pc:docMk/>
            <pc:sldMk cId="785830704" sldId="286"/>
            <ac:cxnSpMk id="27" creationId="{EE2E603F-4A95-4FE8-BB06-211DFD75DBEF}"/>
          </ac:cxnSpMkLst>
        </pc:cxnChg>
      </pc:sldChg>
      <pc:sldChg chg="addSp delSp modSp new mod">
        <pc:chgData name="Ruben Kraan" userId="3ab5a76f85f29f2b" providerId="LiveId" clId="{6F3B0697-EC4D-40D2-85F9-444E41376CE5}" dt="2025-07-14T08:52:43.680" v="1420" actId="22"/>
        <pc:sldMkLst>
          <pc:docMk/>
          <pc:sldMk cId="4009525904" sldId="287"/>
        </pc:sldMkLst>
        <pc:spChg chg="mod">
          <ac:chgData name="Ruben Kraan" userId="3ab5a76f85f29f2b" providerId="LiveId" clId="{6F3B0697-EC4D-40D2-85F9-444E41376CE5}" dt="2025-07-14T08:52:04.871" v="1419" actId="20577"/>
          <ac:spMkLst>
            <pc:docMk/>
            <pc:sldMk cId="4009525904" sldId="287"/>
            <ac:spMk id="2" creationId="{E3142C28-7ADB-D4C7-15EA-F75CD9814647}"/>
          </ac:spMkLst>
        </pc:spChg>
        <pc:spChg chg="del">
          <ac:chgData name="Ruben Kraan" userId="3ab5a76f85f29f2b" providerId="LiveId" clId="{6F3B0697-EC4D-40D2-85F9-444E41376CE5}" dt="2025-07-14T08:52:43.680" v="1420" actId="22"/>
          <ac:spMkLst>
            <pc:docMk/>
            <pc:sldMk cId="4009525904" sldId="287"/>
            <ac:spMk id="3" creationId="{D96EC279-AB78-D46A-1456-2D2C9C22EA4D}"/>
          </ac:spMkLst>
        </pc:spChg>
        <pc:picChg chg="add mod ord">
          <ac:chgData name="Ruben Kraan" userId="3ab5a76f85f29f2b" providerId="LiveId" clId="{6F3B0697-EC4D-40D2-85F9-444E41376CE5}" dt="2025-07-14T08:52:43.680" v="1420" actId="22"/>
          <ac:picMkLst>
            <pc:docMk/>
            <pc:sldMk cId="4009525904" sldId="287"/>
            <ac:picMk id="5" creationId="{1D21FF52-11EE-E6C3-2C40-8F29BF2565C1}"/>
          </ac:picMkLst>
        </pc:picChg>
      </pc:sldChg>
      <pc:sldChg chg="addSp modSp new mod setBg">
        <pc:chgData name="Ruben Kraan" userId="3ab5a76f85f29f2b" providerId="LiveId" clId="{6F3B0697-EC4D-40D2-85F9-444E41376CE5}" dt="2025-07-14T09:37:32.657" v="1530" actId="27636"/>
        <pc:sldMkLst>
          <pc:docMk/>
          <pc:sldMk cId="2579592691" sldId="288"/>
        </pc:sldMkLst>
        <pc:spChg chg="mod">
          <ac:chgData name="Ruben Kraan" userId="3ab5a76f85f29f2b" providerId="LiveId" clId="{6F3B0697-EC4D-40D2-85F9-444E41376CE5}" dt="2025-07-14T09:05:07.359" v="1474" actId="26606"/>
          <ac:spMkLst>
            <pc:docMk/>
            <pc:sldMk cId="2579592691" sldId="288"/>
            <ac:spMk id="2" creationId="{5F99F442-1D44-3CE3-2A70-79895570F441}"/>
          </ac:spMkLst>
        </pc:spChg>
        <pc:spChg chg="mod">
          <ac:chgData name="Ruben Kraan" userId="3ab5a76f85f29f2b" providerId="LiveId" clId="{6F3B0697-EC4D-40D2-85F9-444E41376CE5}" dt="2025-07-14T09:37:24.417" v="1528" actId="27636"/>
          <ac:spMkLst>
            <pc:docMk/>
            <pc:sldMk cId="2579592691" sldId="288"/>
            <ac:spMk id="3" creationId="{F708482A-3474-32D9-344E-B85AA0571E24}"/>
          </ac:spMkLst>
        </pc:spChg>
        <pc:spChg chg="add mod">
          <ac:chgData name="Ruben Kraan" userId="3ab5a76f85f29f2b" providerId="LiveId" clId="{6F3B0697-EC4D-40D2-85F9-444E41376CE5}" dt="2025-07-14T09:37:32.657" v="1530" actId="27636"/>
          <ac:spMkLst>
            <pc:docMk/>
            <pc:sldMk cId="2579592691" sldId="288"/>
            <ac:spMk id="4" creationId="{25FBF5CE-8EA1-BC5D-89A9-0CFE4F96C7ED}"/>
          </ac:spMkLst>
        </pc:spChg>
        <pc:spChg chg="add">
          <ac:chgData name="Ruben Kraan" userId="3ab5a76f85f29f2b" providerId="LiveId" clId="{6F3B0697-EC4D-40D2-85F9-444E41376CE5}" dt="2025-07-14T09:05:07.359" v="1474" actId="26606"/>
          <ac:spMkLst>
            <pc:docMk/>
            <pc:sldMk cId="2579592691" sldId="288"/>
            <ac:spMk id="8" creationId="{5F710FDB-0919-493E-8539-8240C23F1EB2}"/>
          </ac:spMkLst>
        </pc:spChg>
        <pc:cxnChg chg="add">
          <ac:chgData name="Ruben Kraan" userId="3ab5a76f85f29f2b" providerId="LiveId" clId="{6F3B0697-EC4D-40D2-85F9-444E41376CE5}" dt="2025-07-14T09:05:07.359" v="1474" actId="26606"/>
          <ac:cxnSpMkLst>
            <pc:docMk/>
            <pc:sldMk cId="2579592691" sldId="288"/>
            <ac:cxnSpMk id="10" creationId="{0AFF0B6C-73E2-4B40-9280-938C14922C87}"/>
          </ac:cxnSpMkLst>
        </pc:cxnChg>
      </pc:sldChg>
      <pc:sldChg chg="addSp delSp modSp new mod setBg">
        <pc:chgData name="Ruben Kraan" userId="3ab5a76f85f29f2b" providerId="LiveId" clId="{6F3B0697-EC4D-40D2-85F9-444E41376CE5}" dt="2025-07-14T09:40:19.183" v="1555" actId="20577"/>
        <pc:sldMkLst>
          <pc:docMk/>
          <pc:sldMk cId="116965091" sldId="289"/>
        </pc:sldMkLst>
        <pc:spChg chg="mod">
          <ac:chgData name="Ruben Kraan" userId="3ab5a76f85f29f2b" providerId="LiveId" clId="{6F3B0697-EC4D-40D2-85F9-444E41376CE5}" dt="2025-07-14T09:40:19.183" v="1555" actId="20577"/>
          <ac:spMkLst>
            <pc:docMk/>
            <pc:sldMk cId="116965091" sldId="289"/>
            <ac:spMk id="2" creationId="{AC37877D-71BA-BB79-246C-B15A4377EFB2}"/>
          </ac:spMkLst>
        </pc:spChg>
        <pc:spChg chg="del">
          <ac:chgData name="Ruben Kraan" userId="3ab5a76f85f29f2b" providerId="LiveId" clId="{6F3B0697-EC4D-40D2-85F9-444E41376CE5}" dt="2025-07-14T09:39:20.770" v="1532" actId="22"/>
          <ac:spMkLst>
            <pc:docMk/>
            <pc:sldMk cId="116965091" sldId="289"/>
            <ac:spMk id="3" creationId="{8A147EBA-CA2F-0216-04ED-4C6068817C5E}"/>
          </ac:spMkLst>
        </pc:spChg>
        <pc:spChg chg="add">
          <ac:chgData name="Ruben Kraan" userId="3ab5a76f85f29f2b" providerId="LiveId" clId="{6F3B0697-EC4D-40D2-85F9-444E41376CE5}" dt="2025-07-14T09:39:53.721" v="1537" actId="26606"/>
          <ac:spMkLst>
            <pc:docMk/>
            <pc:sldMk cId="116965091" sldId="289"/>
            <ac:spMk id="13" creationId="{E433BB28-0627-9A74-1FBB-148E770429B9}"/>
          </ac:spMkLst>
        </pc:spChg>
        <pc:spChg chg="add del">
          <ac:chgData name="Ruben Kraan" userId="3ab5a76f85f29f2b" providerId="LiveId" clId="{6F3B0697-EC4D-40D2-85F9-444E41376CE5}" dt="2025-07-14T09:39:53.715" v="1536" actId="26606"/>
          <ac:spMkLst>
            <pc:docMk/>
            <pc:sldMk cId="116965091" sldId="289"/>
            <ac:spMk id="18" creationId="{74ABF6B1-3A9A-4CEE-889E-0D96AB03A7D5}"/>
          </ac:spMkLst>
        </pc:spChg>
        <pc:spChg chg="add">
          <ac:chgData name="Ruben Kraan" userId="3ab5a76f85f29f2b" providerId="LiveId" clId="{6F3B0697-EC4D-40D2-85F9-444E41376CE5}" dt="2025-07-14T09:39:53.721" v="1537" actId="26606"/>
          <ac:spMkLst>
            <pc:docMk/>
            <pc:sldMk cId="116965091" sldId="289"/>
            <ac:spMk id="22" creationId="{578EB459-3385-4BF6-A9E1-154CBA2510D6}"/>
          </ac:spMkLst>
        </pc:spChg>
        <pc:picChg chg="add mod ord">
          <ac:chgData name="Ruben Kraan" userId="3ab5a76f85f29f2b" providerId="LiveId" clId="{6F3B0697-EC4D-40D2-85F9-444E41376CE5}" dt="2025-07-14T09:39:53.721" v="1537" actId="26606"/>
          <ac:picMkLst>
            <pc:docMk/>
            <pc:sldMk cId="116965091" sldId="289"/>
            <ac:picMk id="5" creationId="{393E5EC3-B226-462F-63F1-F25FB258A319}"/>
          </ac:picMkLst>
        </pc:picChg>
        <pc:picChg chg="add mod ord">
          <ac:chgData name="Ruben Kraan" userId="3ab5a76f85f29f2b" providerId="LiveId" clId="{6F3B0697-EC4D-40D2-85F9-444E41376CE5}" dt="2025-07-14T09:39:53.721" v="1537" actId="26606"/>
          <ac:picMkLst>
            <pc:docMk/>
            <pc:sldMk cId="116965091" sldId="289"/>
            <ac:picMk id="7" creationId="{D60B9C40-FB7F-53CE-0988-ABB18B970E3F}"/>
          </ac:picMkLst>
        </pc:picChg>
        <pc:picChg chg="add mod">
          <ac:chgData name="Ruben Kraan" userId="3ab5a76f85f29f2b" providerId="LiveId" clId="{6F3B0697-EC4D-40D2-85F9-444E41376CE5}" dt="2025-07-14T09:40:00.609" v="1538" actId="14100"/>
          <ac:picMkLst>
            <pc:docMk/>
            <pc:sldMk cId="116965091" sldId="289"/>
            <ac:picMk id="9" creationId="{D093BCBF-3C6E-26A0-4956-F72AFFFDEEFA}"/>
          </ac:picMkLst>
        </pc:picChg>
        <pc:cxnChg chg="add del">
          <ac:chgData name="Ruben Kraan" userId="3ab5a76f85f29f2b" providerId="LiveId" clId="{6F3B0697-EC4D-40D2-85F9-444E41376CE5}" dt="2025-07-14T09:39:53.715" v="1536" actId="26606"/>
          <ac:cxnSpMkLst>
            <pc:docMk/>
            <pc:sldMk cId="116965091" sldId="289"/>
            <ac:cxnSpMk id="14" creationId="{F64F9B95-9045-48D2-B9F3-2927E98F54AA}"/>
          </ac:cxnSpMkLst>
        </pc:cxnChg>
        <pc:cxnChg chg="add del">
          <ac:chgData name="Ruben Kraan" userId="3ab5a76f85f29f2b" providerId="LiveId" clId="{6F3B0697-EC4D-40D2-85F9-444E41376CE5}" dt="2025-07-14T09:39:53.715" v="1536" actId="26606"/>
          <ac:cxnSpMkLst>
            <pc:docMk/>
            <pc:sldMk cId="116965091" sldId="289"/>
            <ac:cxnSpMk id="16" creationId="{085AA86F-6A4D-4BCB-A045-D992CDC2959B}"/>
          </ac:cxnSpMkLst>
        </pc:cxnChg>
        <pc:cxnChg chg="add del">
          <ac:chgData name="Ruben Kraan" userId="3ab5a76f85f29f2b" providerId="LiveId" clId="{6F3B0697-EC4D-40D2-85F9-444E41376CE5}" dt="2025-07-14T09:39:53.715" v="1536" actId="26606"/>
          <ac:cxnSpMkLst>
            <pc:docMk/>
            <pc:sldMk cId="116965091" sldId="289"/>
            <ac:cxnSpMk id="20" creationId="{E0AA8030-FA65-4B8E-8530-372EEE8517CB}"/>
          </ac:cxnSpMkLst>
        </pc:cxnChg>
        <pc:cxnChg chg="add">
          <ac:chgData name="Ruben Kraan" userId="3ab5a76f85f29f2b" providerId="LiveId" clId="{6F3B0697-EC4D-40D2-85F9-444E41376CE5}" dt="2025-07-14T09:39:53.721" v="1537" actId="26606"/>
          <ac:cxnSpMkLst>
            <pc:docMk/>
            <pc:sldMk cId="116965091" sldId="289"/>
            <ac:cxnSpMk id="23" creationId="{1DC20223-0542-4FF7-8F2F-136889161E86}"/>
          </ac:cxnSpMkLst>
        </pc:cxnChg>
      </pc:sldChg>
      <pc:sldChg chg="addSp delSp modSp new mod setBg">
        <pc:chgData name="Ruben Kraan" userId="3ab5a76f85f29f2b" providerId="LiveId" clId="{6F3B0697-EC4D-40D2-85F9-444E41376CE5}" dt="2025-07-15T07:45:46.338" v="1643" actId="403"/>
        <pc:sldMkLst>
          <pc:docMk/>
          <pc:sldMk cId="3982210103" sldId="290"/>
        </pc:sldMkLst>
        <pc:spChg chg="mod">
          <ac:chgData name="Ruben Kraan" userId="3ab5a76f85f29f2b" providerId="LiveId" clId="{6F3B0697-EC4D-40D2-85F9-444E41376CE5}" dt="2025-07-15T07:44:55.807" v="1628" actId="26606"/>
          <ac:spMkLst>
            <pc:docMk/>
            <pc:sldMk cId="3982210103" sldId="290"/>
            <ac:spMk id="2" creationId="{04435F7F-53B3-F8A7-4DD2-CBCE916B2B13}"/>
          </ac:spMkLst>
        </pc:spChg>
        <pc:spChg chg="mod">
          <ac:chgData name="Ruben Kraan" userId="3ab5a76f85f29f2b" providerId="LiveId" clId="{6F3B0697-EC4D-40D2-85F9-444E41376CE5}" dt="2025-07-15T07:45:46.338" v="1643" actId="403"/>
          <ac:spMkLst>
            <pc:docMk/>
            <pc:sldMk cId="3982210103" sldId="290"/>
            <ac:spMk id="3" creationId="{241EE1B3-8043-1359-3B27-ED549379C3CA}"/>
          </ac:spMkLst>
        </pc:spChg>
        <pc:spChg chg="add del mod">
          <ac:chgData name="Ruben Kraan" userId="3ab5a76f85f29f2b" providerId="LiveId" clId="{6F3B0697-EC4D-40D2-85F9-444E41376CE5}" dt="2025-07-15T07:44:55.807" v="1628" actId="26606"/>
          <ac:spMkLst>
            <pc:docMk/>
            <pc:sldMk cId="3982210103" sldId="290"/>
            <ac:spMk id="4" creationId="{189AED5D-EA1E-168F-AC99-5DC6CE864C55}"/>
          </ac:spMkLst>
        </pc:spChg>
        <pc:spChg chg="add mod">
          <ac:chgData name="Ruben Kraan" userId="3ab5a76f85f29f2b" providerId="LiveId" clId="{6F3B0697-EC4D-40D2-85F9-444E41376CE5}" dt="2025-07-15T07:44:55.807" v="1628" actId="26606"/>
          <ac:spMkLst>
            <pc:docMk/>
            <pc:sldMk cId="3982210103" sldId="290"/>
            <ac:spMk id="5" creationId="{80210D4F-3DEE-5D57-32EC-429D1F42C202}"/>
          </ac:spMkLst>
        </pc:spChg>
        <pc:spChg chg="add del">
          <ac:chgData name="Ruben Kraan" userId="3ab5a76f85f29f2b" providerId="LiveId" clId="{6F3B0697-EC4D-40D2-85F9-444E41376CE5}" dt="2025-07-15T07:44:53.845" v="1624" actId="26606"/>
          <ac:spMkLst>
            <pc:docMk/>
            <pc:sldMk cId="3982210103" sldId="290"/>
            <ac:spMk id="12" creationId="{E49D7415-2F11-44C2-B6AA-13A25B6814B9}"/>
          </ac:spMkLst>
        </pc:spChg>
        <pc:spChg chg="add del">
          <ac:chgData name="Ruben Kraan" userId="3ab5a76f85f29f2b" providerId="LiveId" clId="{6F3B0697-EC4D-40D2-85F9-444E41376CE5}" dt="2025-07-15T07:44:55.793" v="1627" actId="26606"/>
          <ac:spMkLst>
            <pc:docMk/>
            <pc:sldMk cId="3982210103" sldId="290"/>
            <ac:spMk id="21" creationId="{33E93247-6229-44AB-A550-739E971E690B}"/>
          </ac:spMkLst>
        </pc:spChg>
        <pc:spChg chg="add">
          <ac:chgData name="Ruben Kraan" userId="3ab5a76f85f29f2b" providerId="LiveId" clId="{6F3B0697-EC4D-40D2-85F9-444E41376CE5}" dt="2025-07-15T07:44:55.807" v="1628" actId="26606"/>
          <ac:spMkLst>
            <pc:docMk/>
            <pc:sldMk cId="3982210103" sldId="290"/>
            <ac:spMk id="26" creationId="{33E93247-6229-44AB-A550-739E971E690B}"/>
          </ac:spMkLst>
        </pc:spChg>
        <pc:picChg chg="add del">
          <ac:chgData name="Ruben Kraan" userId="3ab5a76f85f29f2b" providerId="LiveId" clId="{6F3B0697-EC4D-40D2-85F9-444E41376CE5}" dt="2025-07-15T07:44:53.845" v="1624" actId="26606"/>
          <ac:picMkLst>
            <pc:docMk/>
            <pc:sldMk cId="3982210103" sldId="290"/>
            <ac:picMk id="9" creationId="{74D6FFDA-A9A4-61FC-3BD1-523E8F896C04}"/>
          </ac:picMkLst>
        </pc:picChg>
        <pc:picChg chg="add del">
          <ac:chgData name="Ruben Kraan" userId="3ab5a76f85f29f2b" providerId="LiveId" clId="{6F3B0697-EC4D-40D2-85F9-444E41376CE5}" dt="2025-07-15T07:44:55.793" v="1627" actId="26606"/>
          <ac:picMkLst>
            <pc:docMk/>
            <pc:sldMk cId="3982210103" sldId="290"/>
            <ac:picMk id="22" creationId="{1DDEB132-C341-88F3-BCAE-1215BE9CE06A}"/>
          </ac:picMkLst>
        </pc:picChg>
        <pc:picChg chg="add del">
          <ac:chgData name="Ruben Kraan" userId="3ab5a76f85f29f2b" providerId="LiveId" clId="{6F3B0697-EC4D-40D2-85F9-444E41376CE5}" dt="2025-07-15T07:45:04.721" v="1630" actId="478"/>
          <ac:picMkLst>
            <pc:docMk/>
            <pc:sldMk cId="3982210103" sldId="290"/>
            <ac:picMk id="28" creationId="{1DDEB132-C341-88F3-BCAE-1215BE9CE06A}"/>
          </ac:picMkLst>
        </pc:picChg>
        <pc:cxnChg chg="add del">
          <ac:chgData name="Ruben Kraan" userId="3ab5a76f85f29f2b" providerId="LiveId" clId="{6F3B0697-EC4D-40D2-85F9-444E41376CE5}" dt="2025-07-15T07:44:53.845" v="1624" actId="26606"/>
          <ac:cxnSpMkLst>
            <pc:docMk/>
            <pc:sldMk cId="3982210103" sldId="290"/>
            <ac:cxnSpMk id="14" creationId="{8E813B4C-6731-0B72-5252-A79AB0E20B58}"/>
          </ac:cxnSpMkLst>
        </pc:cxnChg>
        <pc:cxnChg chg="add del">
          <ac:chgData name="Ruben Kraan" userId="3ab5a76f85f29f2b" providerId="LiveId" clId="{6F3B0697-EC4D-40D2-85F9-444E41376CE5}" dt="2025-07-15T07:44:53.845" v="1624" actId="26606"/>
          <ac:cxnSpMkLst>
            <pc:docMk/>
            <pc:sldMk cId="3982210103" sldId="290"/>
            <ac:cxnSpMk id="16" creationId="{6E0E8146-6E65-2E6C-0C86-547E3C925406}"/>
          </ac:cxnSpMkLst>
        </pc:cxnChg>
        <pc:cxnChg chg="add del">
          <ac:chgData name="Ruben Kraan" userId="3ab5a76f85f29f2b" providerId="LiveId" clId="{6F3B0697-EC4D-40D2-85F9-444E41376CE5}" dt="2025-07-15T07:44:55.793" v="1627" actId="26606"/>
          <ac:cxnSpMkLst>
            <pc:docMk/>
            <pc:sldMk cId="3982210103" sldId="290"/>
            <ac:cxnSpMk id="18" creationId="{EE2E603F-4A95-4FE8-BB06-211DFD75DBEF}"/>
          </ac:cxnSpMkLst>
        </pc:cxnChg>
        <pc:cxnChg chg="add del">
          <ac:chgData name="Ruben Kraan" userId="3ab5a76f85f29f2b" providerId="LiveId" clId="{6F3B0697-EC4D-40D2-85F9-444E41376CE5}" dt="2025-07-15T07:44:55.793" v="1627" actId="26606"/>
          <ac:cxnSpMkLst>
            <pc:docMk/>
            <pc:sldMk cId="3982210103" sldId="290"/>
            <ac:cxnSpMk id="19" creationId="{F64F9B95-9045-48D2-B9F3-2927E98F54AA}"/>
          </ac:cxnSpMkLst>
        </pc:cxnChg>
        <pc:cxnChg chg="add del">
          <ac:chgData name="Ruben Kraan" userId="3ab5a76f85f29f2b" providerId="LiveId" clId="{6F3B0697-EC4D-40D2-85F9-444E41376CE5}" dt="2025-07-15T07:44:55.793" v="1627" actId="26606"/>
          <ac:cxnSpMkLst>
            <pc:docMk/>
            <pc:sldMk cId="3982210103" sldId="290"/>
            <ac:cxnSpMk id="20" creationId="{085AA86F-6A4D-4BCB-A045-D992CDC2959B}"/>
          </ac:cxnSpMkLst>
        </pc:cxnChg>
        <pc:cxnChg chg="add">
          <ac:chgData name="Ruben Kraan" userId="3ab5a76f85f29f2b" providerId="LiveId" clId="{6F3B0697-EC4D-40D2-85F9-444E41376CE5}" dt="2025-07-15T07:44:55.807" v="1628" actId="26606"/>
          <ac:cxnSpMkLst>
            <pc:docMk/>
            <pc:sldMk cId="3982210103" sldId="290"/>
            <ac:cxnSpMk id="24" creationId="{F64F9B95-9045-48D2-B9F3-2927E98F54AA}"/>
          </ac:cxnSpMkLst>
        </pc:cxnChg>
        <pc:cxnChg chg="add">
          <ac:chgData name="Ruben Kraan" userId="3ab5a76f85f29f2b" providerId="LiveId" clId="{6F3B0697-EC4D-40D2-85F9-444E41376CE5}" dt="2025-07-15T07:44:55.807" v="1628" actId="26606"/>
          <ac:cxnSpMkLst>
            <pc:docMk/>
            <pc:sldMk cId="3982210103" sldId="290"/>
            <ac:cxnSpMk id="25" creationId="{085AA86F-6A4D-4BCB-A045-D992CDC2959B}"/>
          </ac:cxnSpMkLst>
        </pc:cxnChg>
        <pc:cxnChg chg="add">
          <ac:chgData name="Ruben Kraan" userId="3ab5a76f85f29f2b" providerId="LiveId" clId="{6F3B0697-EC4D-40D2-85F9-444E41376CE5}" dt="2025-07-15T07:44:55.807" v="1628" actId="26606"/>
          <ac:cxnSpMkLst>
            <pc:docMk/>
            <pc:sldMk cId="3982210103" sldId="290"/>
            <ac:cxnSpMk id="27" creationId="{EE2E603F-4A95-4FE8-BB06-211DFD75DBEF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1E0C06-BD3C-492E-B2CD-C1DCDF4028C0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32B8866-9B87-4701-9A39-29773A050479}">
      <dgm:prSet/>
      <dgm:spPr/>
      <dgm:t>
        <a:bodyPr/>
        <a:lstStyle/>
        <a:p>
          <a:r>
            <a:rPr lang="fr-FR"/>
            <a:t>Choisir les données</a:t>
          </a:r>
          <a:endParaRPr lang="en-US"/>
        </a:p>
      </dgm:t>
    </dgm:pt>
    <dgm:pt modelId="{D35A10BE-D5C2-44F5-BF49-D86B04D51472}" type="parTrans" cxnId="{F4012E17-9982-4414-888E-3DA9F25AE3F0}">
      <dgm:prSet/>
      <dgm:spPr/>
      <dgm:t>
        <a:bodyPr/>
        <a:lstStyle/>
        <a:p>
          <a:endParaRPr lang="en-US"/>
        </a:p>
      </dgm:t>
    </dgm:pt>
    <dgm:pt modelId="{ED4B71BD-75C0-42C6-BDD8-15448BB0ABFE}" type="sibTrans" cxnId="{F4012E17-9982-4414-888E-3DA9F25AE3F0}">
      <dgm:prSet/>
      <dgm:spPr/>
      <dgm:t>
        <a:bodyPr/>
        <a:lstStyle/>
        <a:p>
          <a:endParaRPr lang="en-US"/>
        </a:p>
      </dgm:t>
    </dgm:pt>
    <dgm:pt modelId="{878026CE-46A1-42A2-8CBB-E22E2D26A415}">
      <dgm:prSet/>
      <dgm:spPr/>
      <dgm:t>
        <a:bodyPr/>
        <a:lstStyle/>
        <a:p>
          <a:r>
            <a:rPr lang="fr-FR"/>
            <a:t>Nettoyer et funsionner les données</a:t>
          </a:r>
          <a:endParaRPr lang="en-US"/>
        </a:p>
      </dgm:t>
    </dgm:pt>
    <dgm:pt modelId="{A513CC21-8771-4515-9A77-E53688DDA1B4}" type="parTrans" cxnId="{F256499A-D1AF-4D1E-A179-37C8A48AB3DB}">
      <dgm:prSet/>
      <dgm:spPr/>
      <dgm:t>
        <a:bodyPr/>
        <a:lstStyle/>
        <a:p>
          <a:endParaRPr lang="en-US"/>
        </a:p>
      </dgm:t>
    </dgm:pt>
    <dgm:pt modelId="{833E2E7F-E7B0-40A0-A2DE-47E92D993D00}" type="sibTrans" cxnId="{F256499A-D1AF-4D1E-A179-37C8A48AB3DB}">
      <dgm:prSet/>
      <dgm:spPr/>
      <dgm:t>
        <a:bodyPr/>
        <a:lstStyle/>
        <a:p>
          <a:endParaRPr lang="en-US"/>
        </a:p>
      </dgm:t>
    </dgm:pt>
    <dgm:pt modelId="{D01A0EBA-3FFC-4C6A-8417-3CC54EA5606C}">
      <dgm:prSet/>
      <dgm:spPr/>
      <dgm:t>
        <a:bodyPr/>
        <a:lstStyle/>
        <a:p>
          <a:r>
            <a:rPr lang="fr-FR"/>
            <a:t>Analyser les données</a:t>
          </a:r>
          <a:endParaRPr lang="en-US"/>
        </a:p>
      </dgm:t>
    </dgm:pt>
    <dgm:pt modelId="{8975ABB8-D666-4228-873B-017654204020}" type="parTrans" cxnId="{B9B57BA4-A7C3-465C-AC32-7F55BA8E37C6}">
      <dgm:prSet/>
      <dgm:spPr/>
      <dgm:t>
        <a:bodyPr/>
        <a:lstStyle/>
        <a:p>
          <a:endParaRPr lang="en-US"/>
        </a:p>
      </dgm:t>
    </dgm:pt>
    <dgm:pt modelId="{A06824D2-FA6D-4AE2-B0BF-810EC0DB5FCB}" type="sibTrans" cxnId="{B9B57BA4-A7C3-465C-AC32-7F55BA8E37C6}">
      <dgm:prSet/>
      <dgm:spPr/>
      <dgm:t>
        <a:bodyPr/>
        <a:lstStyle/>
        <a:p>
          <a:endParaRPr lang="en-US"/>
        </a:p>
      </dgm:t>
    </dgm:pt>
    <dgm:pt modelId="{BC7CE4DC-F241-41F5-A28B-F0BCD8E7B7B2}">
      <dgm:prSet/>
      <dgm:spPr/>
      <dgm:t>
        <a:bodyPr/>
        <a:lstStyle/>
        <a:p>
          <a:r>
            <a:rPr lang="fr-FR"/>
            <a:t>Conclusion</a:t>
          </a:r>
          <a:endParaRPr lang="en-US"/>
        </a:p>
      </dgm:t>
    </dgm:pt>
    <dgm:pt modelId="{FB495E60-155C-4D08-95B4-466E65F38526}" type="parTrans" cxnId="{2B17009D-BA97-4316-B540-C452188A3193}">
      <dgm:prSet/>
      <dgm:spPr/>
      <dgm:t>
        <a:bodyPr/>
        <a:lstStyle/>
        <a:p>
          <a:endParaRPr lang="en-US"/>
        </a:p>
      </dgm:t>
    </dgm:pt>
    <dgm:pt modelId="{A45563CD-FB89-44F2-9F5D-CB1513594C96}" type="sibTrans" cxnId="{2B17009D-BA97-4316-B540-C452188A3193}">
      <dgm:prSet/>
      <dgm:spPr/>
      <dgm:t>
        <a:bodyPr/>
        <a:lstStyle/>
        <a:p>
          <a:endParaRPr lang="en-US"/>
        </a:p>
      </dgm:t>
    </dgm:pt>
    <dgm:pt modelId="{3A92DAA2-64A9-45AA-8A68-4A07CE1FD169}" type="pres">
      <dgm:prSet presAssocID="{771E0C06-BD3C-492E-B2CD-C1DCDF4028C0}" presName="linear" presStyleCnt="0">
        <dgm:presLayoutVars>
          <dgm:dir/>
          <dgm:animLvl val="lvl"/>
          <dgm:resizeHandles val="exact"/>
        </dgm:presLayoutVars>
      </dgm:prSet>
      <dgm:spPr/>
    </dgm:pt>
    <dgm:pt modelId="{215AF2E1-1E52-4FE2-8449-F138C05E3AD1}" type="pres">
      <dgm:prSet presAssocID="{D32B8866-9B87-4701-9A39-29773A050479}" presName="parentLin" presStyleCnt="0"/>
      <dgm:spPr/>
    </dgm:pt>
    <dgm:pt modelId="{906FCC08-B269-494E-85A7-71D3B28B42F6}" type="pres">
      <dgm:prSet presAssocID="{D32B8866-9B87-4701-9A39-29773A050479}" presName="parentLeftMargin" presStyleLbl="node1" presStyleIdx="0" presStyleCnt="4"/>
      <dgm:spPr/>
    </dgm:pt>
    <dgm:pt modelId="{3AF2C25A-5561-4D90-80F4-F3CDAC076C2A}" type="pres">
      <dgm:prSet presAssocID="{D32B8866-9B87-4701-9A39-29773A05047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6F0EE5D-9DE4-4CB6-AE86-01CEE3B7CB3E}" type="pres">
      <dgm:prSet presAssocID="{D32B8866-9B87-4701-9A39-29773A050479}" presName="negativeSpace" presStyleCnt="0"/>
      <dgm:spPr/>
    </dgm:pt>
    <dgm:pt modelId="{0327DE00-8C4B-40B1-9ACB-47746490E721}" type="pres">
      <dgm:prSet presAssocID="{D32B8866-9B87-4701-9A39-29773A050479}" presName="childText" presStyleLbl="conFgAcc1" presStyleIdx="0" presStyleCnt="4">
        <dgm:presLayoutVars>
          <dgm:bulletEnabled val="1"/>
        </dgm:presLayoutVars>
      </dgm:prSet>
      <dgm:spPr/>
    </dgm:pt>
    <dgm:pt modelId="{18E88D2A-D35A-49A8-A0BB-2D179D25201A}" type="pres">
      <dgm:prSet presAssocID="{ED4B71BD-75C0-42C6-BDD8-15448BB0ABFE}" presName="spaceBetweenRectangles" presStyleCnt="0"/>
      <dgm:spPr/>
    </dgm:pt>
    <dgm:pt modelId="{BE82101D-FE5E-44B1-8698-2F01D7A40131}" type="pres">
      <dgm:prSet presAssocID="{878026CE-46A1-42A2-8CBB-E22E2D26A415}" presName="parentLin" presStyleCnt="0"/>
      <dgm:spPr/>
    </dgm:pt>
    <dgm:pt modelId="{A34EC6FE-CAFA-4D10-BEC7-24C3F6AF37AC}" type="pres">
      <dgm:prSet presAssocID="{878026CE-46A1-42A2-8CBB-E22E2D26A415}" presName="parentLeftMargin" presStyleLbl="node1" presStyleIdx="0" presStyleCnt="4"/>
      <dgm:spPr/>
    </dgm:pt>
    <dgm:pt modelId="{98EDC75F-FE9C-48A4-9A9D-2AB26D8612AA}" type="pres">
      <dgm:prSet presAssocID="{878026CE-46A1-42A2-8CBB-E22E2D26A41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327D1C1-E907-443F-B25B-7A16868A8666}" type="pres">
      <dgm:prSet presAssocID="{878026CE-46A1-42A2-8CBB-E22E2D26A415}" presName="negativeSpace" presStyleCnt="0"/>
      <dgm:spPr/>
    </dgm:pt>
    <dgm:pt modelId="{064F15D3-575F-4F3A-8C52-DED8733E1520}" type="pres">
      <dgm:prSet presAssocID="{878026CE-46A1-42A2-8CBB-E22E2D26A415}" presName="childText" presStyleLbl="conFgAcc1" presStyleIdx="1" presStyleCnt="4">
        <dgm:presLayoutVars>
          <dgm:bulletEnabled val="1"/>
        </dgm:presLayoutVars>
      </dgm:prSet>
      <dgm:spPr/>
    </dgm:pt>
    <dgm:pt modelId="{2557A585-E12A-4322-B57E-1DEE959D5057}" type="pres">
      <dgm:prSet presAssocID="{833E2E7F-E7B0-40A0-A2DE-47E92D993D00}" presName="spaceBetweenRectangles" presStyleCnt="0"/>
      <dgm:spPr/>
    </dgm:pt>
    <dgm:pt modelId="{12066632-40FC-4B57-B82A-FD38DFDEE4FD}" type="pres">
      <dgm:prSet presAssocID="{D01A0EBA-3FFC-4C6A-8417-3CC54EA5606C}" presName="parentLin" presStyleCnt="0"/>
      <dgm:spPr/>
    </dgm:pt>
    <dgm:pt modelId="{EC1D2641-F2A6-415A-8F7F-439B480F9836}" type="pres">
      <dgm:prSet presAssocID="{D01A0EBA-3FFC-4C6A-8417-3CC54EA5606C}" presName="parentLeftMargin" presStyleLbl="node1" presStyleIdx="1" presStyleCnt="4"/>
      <dgm:spPr/>
    </dgm:pt>
    <dgm:pt modelId="{CF435C25-C3D2-4B21-A386-A5D661EA6AEE}" type="pres">
      <dgm:prSet presAssocID="{D01A0EBA-3FFC-4C6A-8417-3CC54EA5606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D3D6A03-969C-4D04-B1A8-16D47D6479C4}" type="pres">
      <dgm:prSet presAssocID="{D01A0EBA-3FFC-4C6A-8417-3CC54EA5606C}" presName="negativeSpace" presStyleCnt="0"/>
      <dgm:spPr/>
    </dgm:pt>
    <dgm:pt modelId="{F4A618BF-0926-4035-B1F0-F1E347D22A9E}" type="pres">
      <dgm:prSet presAssocID="{D01A0EBA-3FFC-4C6A-8417-3CC54EA5606C}" presName="childText" presStyleLbl="conFgAcc1" presStyleIdx="2" presStyleCnt="4">
        <dgm:presLayoutVars>
          <dgm:bulletEnabled val="1"/>
        </dgm:presLayoutVars>
      </dgm:prSet>
      <dgm:spPr/>
    </dgm:pt>
    <dgm:pt modelId="{B8BC2AD5-151B-4A60-8CB9-46AAFE79DB00}" type="pres">
      <dgm:prSet presAssocID="{A06824D2-FA6D-4AE2-B0BF-810EC0DB5FCB}" presName="spaceBetweenRectangles" presStyleCnt="0"/>
      <dgm:spPr/>
    </dgm:pt>
    <dgm:pt modelId="{081020A6-45DA-4016-923C-AD2CC7EB35B1}" type="pres">
      <dgm:prSet presAssocID="{BC7CE4DC-F241-41F5-A28B-F0BCD8E7B7B2}" presName="parentLin" presStyleCnt="0"/>
      <dgm:spPr/>
    </dgm:pt>
    <dgm:pt modelId="{80475FB8-B289-4514-BA8C-CD9381943E92}" type="pres">
      <dgm:prSet presAssocID="{BC7CE4DC-F241-41F5-A28B-F0BCD8E7B7B2}" presName="parentLeftMargin" presStyleLbl="node1" presStyleIdx="2" presStyleCnt="4"/>
      <dgm:spPr/>
    </dgm:pt>
    <dgm:pt modelId="{8F7036A6-E7A0-4115-877B-C541E44F84F7}" type="pres">
      <dgm:prSet presAssocID="{BC7CE4DC-F241-41F5-A28B-F0BCD8E7B7B2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A8B5A7AE-0A96-4DA2-A2EE-C45BA374E1EA}" type="pres">
      <dgm:prSet presAssocID="{BC7CE4DC-F241-41F5-A28B-F0BCD8E7B7B2}" presName="negativeSpace" presStyleCnt="0"/>
      <dgm:spPr/>
    </dgm:pt>
    <dgm:pt modelId="{1A6DD186-B600-45F5-ABD7-178212F0D7B9}" type="pres">
      <dgm:prSet presAssocID="{BC7CE4DC-F241-41F5-A28B-F0BCD8E7B7B2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2DA69211-93C3-415C-9C42-22A4F1ED1F13}" type="presOf" srcId="{878026CE-46A1-42A2-8CBB-E22E2D26A415}" destId="{A34EC6FE-CAFA-4D10-BEC7-24C3F6AF37AC}" srcOrd="0" destOrd="0" presId="urn:microsoft.com/office/officeart/2005/8/layout/list1"/>
    <dgm:cxn modelId="{F4012E17-9982-4414-888E-3DA9F25AE3F0}" srcId="{771E0C06-BD3C-492E-B2CD-C1DCDF4028C0}" destId="{D32B8866-9B87-4701-9A39-29773A050479}" srcOrd="0" destOrd="0" parTransId="{D35A10BE-D5C2-44F5-BF49-D86B04D51472}" sibTransId="{ED4B71BD-75C0-42C6-BDD8-15448BB0ABFE}"/>
    <dgm:cxn modelId="{A6422F3E-D55F-413E-934D-B6D68AECDF76}" type="presOf" srcId="{771E0C06-BD3C-492E-B2CD-C1DCDF4028C0}" destId="{3A92DAA2-64A9-45AA-8A68-4A07CE1FD169}" srcOrd="0" destOrd="0" presId="urn:microsoft.com/office/officeart/2005/8/layout/list1"/>
    <dgm:cxn modelId="{8FA5764B-096B-4A34-A226-11B727F1534F}" type="presOf" srcId="{D01A0EBA-3FFC-4C6A-8417-3CC54EA5606C}" destId="{EC1D2641-F2A6-415A-8F7F-439B480F9836}" srcOrd="0" destOrd="0" presId="urn:microsoft.com/office/officeart/2005/8/layout/list1"/>
    <dgm:cxn modelId="{3A864950-5153-43BE-810F-CBC4A2BE78F0}" type="presOf" srcId="{878026CE-46A1-42A2-8CBB-E22E2D26A415}" destId="{98EDC75F-FE9C-48A4-9A9D-2AB26D8612AA}" srcOrd="1" destOrd="0" presId="urn:microsoft.com/office/officeart/2005/8/layout/list1"/>
    <dgm:cxn modelId="{55D28D58-C2BA-41AA-965D-306918F8E546}" type="presOf" srcId="{D32B8866-9B87-4701-9A39-29773A050479}" destId="{906FCC08-B269-494E-85A7-71D3B28B42F6}" srcOrd="0" destOrd="0" presId="urn:microsoft.com/office/officeart/2005/8/layout/list1"/>
    <dgm:cxn modelId="{F256499A-D1AF-4D1E-A179-37C8A48AB3DB}" srcId="{771E0C06-BD3C-492E-B2CD-C1DCDF4028C0}" destId="{878026CE-46A1-42A2-8CBB-E22E2D26A415}" srcOrd="1" destOrd="0" parTransId="{A513CC21-8771-4515-9A77-E53688DDA1B4}" sibTransId="{833E2E7F-E7B0-40A0-A2DE-47E92D993D00}"/>
    <dgm:cxn modelId="{2B17009D-BA97-4316-B540-C452188A3193}" srcId="{771E0C06-BD3C-492E-B2CD-C1DCDF4028C0}" destId="{BC7CE4DC-F241-41F5-A28B-F0BCD8E7B7B2}" srcOrd="3" destOrd="0" parTransId="{FB495E60-155C-4D08-95B4-466E65F38526}" sibTransId="{A45563CD-FB89-44F2-9F5D-CB1513594C96}"/>
    <dgm:cxn modelId="{B9B57BA4-A7C3-465C-AC32-7F55BA8E37C6}" srcId="{771E0C06-BD3C-492E-B2CD-C1DCDF4028C0}" destId="{D01A0EBA-3FFC-4C6A-8417-3CC54EA5606C}" srcOrd="2" destOrd="0" parTransId="{8975ABB8-D666-4228-873B-017654204020}" sibTransId="{A06824D2-FA6D-4AE2-B0BF-810EC0DB5FCB}"/>
    <dgm:cxn modelId="{48A1DFAF-D4F1-4386-AC5A-5FB831D16246}" type="presOf" srcId="{D01A0EBA-3FFC-4C6A-8417-3CC54EA5606C}" destId="{CF435C25-C3D2-4B21-A386-A5D661EA6AEE}" srcOrd="1" destOrd="0" presId="urn:microsoft.com/office/officeart/2005/8/layout/list1"/>
    <dgm:cxn modelId="{AF7BF4C0-CD74-4133-B34C-4DD7EFB17D88}" type="presOf" srcId="{D32B8866-9B87-4701-9A39-29773A050479}" destId="{3AF2C25A-5561-4D90-80F4-F3CDAC076C2A}" srcOrd="1" destOrd="0" presId="urn:microsoft.com/office/officeart/2005/8/layout/list1"/>
    <dgm:cxn modelId="{4CF82CD5-1AB1-4494-B537-8008BC46F956}" type="presOf" srcId="{BC7CE4DC-F241-41F5-A28B-F0BCD8E7B7B2}" destId="{8F7036A6-E7A0-4115-877B-C541E44F84F7}" srcOrd="1" destOrd="0" presId="urn:microsoft.com/office/officeart/2005/8/layout/list1"/>
    <dgm:cxn modelId="{893A16FD-0E07-4069-8165-32A50CAC1871}" type="presOf" srcId="{BC7CE4DC-F241-41F5-A28B-F0BCD8E7B7B2}" destId="{80475FB8-B289-4514-BA8C-CD9381943E92}" srcOrd="0" destOrd="0" presId="urn:microsoft.com/office/officeart/2005/8/layout/list1"/>
    <dgm:cxn modelId="{5A2E1827-C10B-4528-B1DB-BFF5AA09BA52}" type="presParOf" srcId="{3A92DAA2-64A9-45AA-8A68-4A07CE1FD169}" destId="{215AF2E1-1E52-4FE2-8449-F138C05E3AD1}" srcOrd="0" destOrd="0" presId="urn:microsoft.com/office/officeart/2005/8/layout/list1"/>
    <dgm:cxn modelId="{364FE89F-66D0-41D4-8563-C79BAE70F70A}" type="presParOf" srcId="{215AF2E1-1E52-4FE2-8449-F138C05E3AD1}" destId="{906FCC08-B269-494E-85A7-71D3B28B42F6}" srcOrd="0" destOrd="0" presId="urn:microsoft.com/office/officeart/2005/8/layout/list1"/>
    <dgm:cxn modelId="{0FE6A700-CF82-45BD-B5E2-25E4E9AA1771}" type="presParOf" srcId="{215AF2E1-1E52-4FE2-8449-F138C05E3AD1}" destId="{3AF2C25A-5561-4D90-80F4-F3CDAC076C2A}" srcOrd="1" destOrd="0" presId="urn:microsoft.com/office/officeart/2005/8/layout/list1"/>
    <dgm:cxn modelId="{2704A285-4F3E-4E37-BB31-6B65237CAF9C}" type="presParOf" srcId="{3A92DAA2-64A9-45AA-8A68-4A07CE1FD169}" destId="{26F0EE5D-9DE4-4CB6-AE86-01CEE3B7CB3E}" srcOrd="1" destOrd="0" presId="urn:microsoft.com/office/officeart/2005/8/layout/list1"/>
    <dgm:cxn modelId="{2C90ABCD-3937-40AD-9489-D7CD134448C0}" type="presParOf" srcId="{3A92DAA2-64A9-45AA-8A68-4A07CE1FD169}" destId="{0327DE00-8C4B-40B1-9ACB-47746490E721}" srcOrd="2" destOrd="0" presId="urn:microsoft.com/office/officeart/2005/8/layout/list1"/>
    <dgm:cxn modelId="{DE36CC66-E2BD-4558-8237-5B765476A0E7}" type="presParOf" srcId="{3A92DAA2-64A9-45AA-8A68-4A07CE1FD169}" destId="{18E88D2A-D35A-49A8-A0BB-2D179D25201A}" srcOrd="3" destOrd="0" presId="urn:microsoft.com/office/officeart/2005/8/layout/list1"/>
    <dgm:cxn modelId="{A7EC966B-E878-410A-82BA-6841A176E8DE}" type="presParOf" srcId="{3A92DAA2-64A9-45AA-8A68-4A07CE1FD169}" destId="{BE82101D-FE5E-44B1-8698-2F01D7A40131}" srcOrd="4" destOrd="0" presId="urn:microsoft.com/office/officeart/2005/8/layout/list1"/>
    <dgm:cxn modelId="{B4CA3E82-0074-44DB-9156-E11A7800CAC1}" type="presParOf" srcId="{BE82101D-FE5E-44B1-8698-2F01D7A40131}" destId="{A34EC6FE-CAFA-4D10-BEC7-24C3F6AF37AC}" srcOrd="0" destOrd="0" presId="urn:microsoft.com/office/officeart/2005/8/layout/list1"/>
    <dgm:cxn modelId="{6C6062FB-D89E-4B48-91F0-E2AC4E1AE8F4}" type="presParOf" srcId="{BE82101D-FE5E-44B1-8698-2F01D7A40131}" destId="{98EDC75F-FE9C-48A4-9A9D-2AB26D8612AA}" srcOrd="1" destOrd="0" presId="urn:microsoft.com/office/officeart/2005/8/layout/list1"/>
    <dgm:cxn modelId="{3AE00937-1B3C-4093-9F70-B8E40F9C5286}" type="presParOf" srcId="{3A92DAA2-64A9-45AA-8A68-4A07CE1FD169}" destId="{7327D1C1-E907-443F-B25B-7A16868A8666}" srcOrd="5" destOrd="0" presId="urn:microsoft.com/office/officeart/2005/8/layout/list1"/>
    <dgm:cxn modelId="{257AF79D-6EBE-4F70-A7D5-61BF7671439D}" type="presParOf" srcId="{3A92DAA2-64A9-45AA-8A68-4A07CE1FD169}" destId="{064F15D3-575F-4F3A-8C52-DED8733E1520}" srcOrd="6" destOrd="0" presId="urn:microsoft.com/office/officeart/2005/8/layout/list1"/>
    <dgm:cxn modelId="{7E029C9C-6740-4AEC-8B1E-F6057CF27F45}" type="presParOf" srcId="{3A92DAA2-64A9-45AA-8A68-4A07CE1FD169}" destId="{2557A585-E12A-4322-B57E-1DEE959D5057}" srcOrd="7" destOrd="0" presId="urn:microsoft.com/office/officeart/2005/8/layout/list1"/>
    <dgm:cxn modelId="{19AC50CF-419C-4D39-A751-FDAFAC95CEE3}" type="presParOf" srcId="{3A92DAA2-64A9-45AA-8A68-4A07CE1FD169}" destId="{12066632-40FC-4B57-B82A-FD38DFDEE4FD}" srcOrd="8" destOrd="0" presId="urn:microsoft.com/office/officeart/2005/8/layout/list1"/>
    <dgm:cxn modelId="{48B70B6C-704B-4929-AAD1-9912DEB328FD}" type="presParOf" srcId="{12066632-40FC-4B57-B82A-FD38DFDEE4FD}" destId="{EC1D2641-F2A6-415A-8F7F-439B480F9836}" srcOrd="0" destOrd="0" presId="urn:microsoft.com/office/officeart/2005/8/layout/list1"/>
    <dgm:cxn modelId="{6D5489C2-6ADB-442A-8B0B-61C64BAAAF3A}" type="presParOf" srcId="{12066632-40FC-4B57-B82A-FD38DFDEE4FD}" destId="{CF435C25-C3D2-4B21-A386-A5D661EA6AEE}" srcOrd="1" destOrd="0" presId="urn:microsoft.com/office/officeart/2005/8/layout/list1"/>
    <dgm:cxn modelId="{138E1CB2-87A7-48AA-869F-273922301538}" type="presParOf" srcId="{3A92DAA2-64A9-45AA-8A68-4A07CE1FD169}" destId="{6D3D6A03-969C-4D04-B1A8-16D47D6479C4}" srcOrd="9" destOrd="0" presId="urn:microsoft.com/office/officeart/2005/8/layout/list1"/>
    <dgm:cxn modelId="{D54892CE-9565-48D9-A3EB-7B2AECB24ACA}" type="presParOf" srcId="{3A92DAA2-64A9-45AA-8A68-4A07CE1FD169}" destId="{F4A618BF-0926-4035-B1F0-F1E347D22A9E}" srcOrd="10" destOrd="0" presId="urn:microsoft.com/office/officeart/2005/8/layout/list1"/>
    <dgm:cxn modelId="{0CA0A3B6-0004-4EFA-AFDE-184BFB997FA4}" type="presParOf" srcId="{3A92DAA2-64A9-45AA-8A68-4A07CE1FD169}" destId="{B8BC2AD5-151B-4A60-8CB9-46AAFE79DB00}" srcOrd="11" destOrd="0" presId="urn:microsoft.com/office/officeart/2005/8/layout/list1"/>
    <dgm:cxn modelId="{50B96F44-7D61-49A9-AAD6-5A21F6900AEC}" type="presParOf" srcId="{3A92DAA2-64A9-45AA-8A68-4A07CE1FD169}" destId="{081020A6-45DA-4016-923C-AD2CC7EB35B1}" srcOrd="12" destOrd="0" presId="urn:microsoft.com/office/officeart/2005/8/layout/list1"/>
    <dgm:cxn modelId="{6C23036B-3907-4A23-A6F3-28B676207CD9}" type="presParOf" srcId="{081020A6-45DA-4016-923C-AD2CC7EB35B1}" destId="{80475FB8-B289-4514-BA8C-CD9381943E92}" srcOrd="0" destOrd="0" presId="urn:microsoft.com/office/officeart/2005/8/layout/list1"/>
    <dgm:cxn modelId="{3123380D-0F6B-4340-996A-283386DD3700}" type="presParOf" srcId="{081020A6-45DA-4016-923C-AD2CC7EB35B1}" destId="{8F7036A6-E7A0-4115-877B-C541E44F84F7}" srcOrd="1" destOrd="0" presId="urn:microsoft.com/office/officeart/2005/8/layout/list1"/>
    <dgm:cxn modelId="{9EB0A018-3C72-4975-9F00-B7CDCD9E56BD}" type="presParOf" srcId="{3A92DAA2-64A9-45AA-8A68-4A07CE1FD169}" destId="{A8B5A7AE-0A96-4DA2-A2EE-C45BA374E1EA}" srcOrd="13" destOrd="0" presId="urn:microsoft.com/office/officeart/2005/8/layout/list1"/>
    <dgm:cxn modelId="{D319FD75-799D-4953-9AFE-73072EBF390C}" type="presParOf" srcId="{3A92DAA2-64A9-45AA-8A68-4A07CE1FD169}" destId="{1A6DD186-B600-45F5-ABD7-178212F0D7B9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27DE00-8C4B-40B1-9ACB-47746490E721}">
      <dsp:nvSpPr>
        <dsp:cNvPr id="0" name=""/>
        <dsp:cNvSpPr/>
      </dsp:nvSpPr>
      <dsp:spPr>
        <a:xfrm>
          <a:off x="0" y="580560"/>
          <a:ext cx="5715000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F2C25A-5561-4D90-80F4-F3CDAC076C2A}">
      <dsp:nvSpPr>
        <dsp:cNvPr id="0" name=""/>
        <dsp:cNvSpPr/>
      </dsp:nvSpPr>
      <dsp:spPr>
        <a:xfrm>
          <a:off x="285750" y="152520"/>
          <a:ext cx="4000500" cy="8560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209" tIns="0" rIns="151209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900" kern="1200"/>
            <a:t>Choisir les données</a:t>
          </a:r>
          <a:endParaRPr lang="en-US" sz="2900" kern="1200"/>
        </a:p>
      </dsp:txBody>
      <dsp:txXfrm>
        <a:off x="327540" y="194310"/>
        <a:ext cx="3916920" cy="772500"/>
      </dsp:txXfrm>
    </dsp:sp>
    <dsp:sp modelId="{064F15D3-575F-4F3A-8C52-DED8733E1520}">
      <dsp:nvSpPr>
        <dsp:cNvPr id="0" name=""/>
        <dsp:cNvSpPr/>
      </dsp:nvSpPr>
      <dsp:spPr>
        <a:xfrm>
          <a:off x="0" y="1896000"/>
          <a:ext cx="5715000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6336313"/>
              <a:satOff val="-8887"/>
              <a:lumOff val="-9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EDC75F-FE9C-48A4-9A9D-2AB26D8612AA}">
      <dsp:nvSpPr>
        <dsp:cNvPr id="0" name=""/>
        <dsp:cNvSpPr/>
      </dsp:nvSpPr>
      <dsp:spPr>
        <a:xfrm>
          <a:off x="285750" y="1467960"/>
          <a:ext cx="4000500" cy="856080"/>
        </a:xfrm>
        <a:prstGeom prst="roundRect">
          <a:avLst/>
        </a:prstGeom>
        <a:solidFill>
          <a:schemeClr val="accent5">
            <a:hueOff val="6336313"/>
            <a:satOff val="-8887"/>
            <a:lumOff val="-91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209" tIns="0" rIns="151209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900" kern="1200"/>
            <a:t>Nettoyer et funsionner les données</a:t>
          </a:r>
          <a:endParaRPr lang="en-US" sz="2900" kern="1200"/>
        </a:p>
      </dsp:txBody>
      <dsp:txXfrm>
        <a:off x="327540" y="1509750"/>
        <a:ext cx="3916920" cy="772500"/>
      </dsp:txXfrm>
    </dsp:sp>
    <dsp:sp modelId="{F4A618BF-0926-4035-B1F0-F1E347D22A9E}">
      <dsp:nvSpPr>
        <dsp:cNvPr id="0" name=""/>
        <dsp:cNvSpPr/>
      </dsp:nvSpPr>
      <dsp:spPr>
        <a:xfrm>
          <a:off x="0" y="3211440"/>
          <a:ext cx="5715000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12672627"/>
              <a:satOff val="-17773"/>
              <a:lumOff val="-183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435C25-C3D2-4B21-A386-A5D661EA6AEE}">
      <dsp:nvSpPr>
        <dsp:cNvPr id="0" name=""/>
        <dsp:cNvSpPr/>
      </dsp:nvSpPr>
      <dsp:spPr>
        <a:xfrm>
          <a:off x="285750" y="2783400"/>
          <a:ext cx="4000500" cy="856080"/>
        </a:xfrm>
        <a:prstGeom prst="roundRect">
          <a:avLst/>
        </a:prstGeom>
        <a:solidFill>
          <a:schemeClr val="accent5">
            <a:hueOff val="12672627"/>
            <a:satOff val="-17773"/>
            <a:lumOff val="-183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209" tIns="0" rIns="151209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900" kern="1200"/>
            <a:t>Analyser les données</a:t>
          </a:r>
          <a:endParaRPr lang="en-US" sz="2900" kern="1200"/>
        </a:p>
      </dsp:txBody>
      <dsp:txXfrm>
        <a:off x="327540" y="2825190"/>
        <a:ext cx="3916920" cy="772500"/>
      </dsp:txXfrm>
    </dsp:sp>
    <dsp:sp modelId="{1A6DD186-B600-45F5-ABD7-178212F0D7B9}">
      <dsp:nvSpPr>
        <dsp:cNvPr id="0" name=""/>
        <dsp:cNvSpPr/>
      </dsp:nvSpPr>
      <dsp:spPr>
        <a:xfrm>
          <a:off x="0" y="4526879"/>
          <a:ext cx="5715000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19008940"/>
              <a:satOff val="-26660"/>
              <a:lumOff val="-274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7036A6-E7A0-4115-877B-C541E44F84F7}">
      <dsp:nvSpPr>
        <dsp:cNvPr id="0" name=""/>
        <dsp:cNvSpPr/>
      </dsp:nvSpPr>
      <dsp:spPr>
        <a:xfrm>
          <a:off x="285750" y="4098840"/>
          <a:ext cx="4000500" cy="856080"/>
        </a:xfrm>
        <a:prstGeom prst="roundRect">
          <a:avLst/>
        </a:prstGeom>
        <a:solidFill>
          <a:schemeClr val="accent5">
            <a:hueOff val="19008940"/>
            <a:satOff val="-26660"/>
            <a:lumOff val="-274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209" tIns="0" rIns="151209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900" kern="1200"/>
            <a:t>Conclusion</a:t>
          </a:r>
          <a:endParaRPr lang="en-US" sz="2900" kern="1200"/>
        </a:p>
      </dsp:txBody>
      <dsp:txXfrm>
        <a:off x="327540" y="4140630"/>
        <a:ext cx="3916920" cy="772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56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933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862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270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7/15/2025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419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7/15/2025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126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7/15/2025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330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00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7/15/2025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071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241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109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7/15/2025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8573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fao.org/faostat/fr/#data/TC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ao/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0B98925-0550-1AFB-C1DC-02792400F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 descr="Marche sur la grille">
            <a:extLst>
              <a:ext uri="{FF2B5EF4-FFF2-40B4-BE49-F238E27FC236}">
                <a16:creationId xmlns:a16="http://schemas.microsoft.com/office/drawing/2014/main" id="{9489ED36-EF55-BA4C-42B0-587794EB45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414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CCA9273-E74E-A306-1F74-BEF9EDA30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12192000" cy="246217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8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EDE57F1-957C-F319-1F15-FE9EABAD78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75147"/>
            <a:ext cx="7978385" cy="916234"/>
          </a:xfrm>
        </p:spPr>
        <p:txBody>
          <a:bodyPr anchor="ctr">
            <a:normAutofit/>
          </a:bodyPr>
          <a:lstStyle/>
          <a:p>
            <a:r>
              <a:rPr lang="fr-FR" sz="3600" noProof="0" dirty="0"/>
              <a:t>La poule qui chante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C2EC0DF-C092-18C6-D3C9-FE5DC9E2C2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8426" y="196597"/>
            <a:ext cx="3634494" cy="868139"/>
          </a:xfrm>
        </p:spPr>
        <p:txBody>
          <a:bodyPr anchor="ctr">
            <a:normAutofit/>
          </a:bodyPr>
          <a:lstStyle/>
          <a:p>
            <a:pPr algn="r"/>
            <a:endParaRPr lang="fr-FR" sz="1800" noProof="0" dirty="0"/>
          </a:p>
        </p:txBody>
      </p:sp>
    </p:spTree>
    <p:extLst>
      <p:ext uri="{BB962C8B-B14F-4D97-AF65-F5344CB8AC3E}">
        <p14:creationId xmlns:p14="http://schemas.microsoft.com/office/powerpoint/2010/main" val="33977841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04F5B6E-3B30-1ACA-9DEE-73C8E822B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186" y="909637"/>
            <a:ext cx="4800600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 noProof="0" dirty="0" err="1"/>
              <a:t>Context</a:t>
            </a:r>
            <a:r>
              <a:rPr lang="fr-FR" noProof="0" dirty="0"/>
              <a:t> de la mission</a:t>
            </a:r>
            <a:endParaRPr lang="fr-FR" noProof="0"/>
          </a:p>
        </p:txBody>
      </p:sp>
      <p:pic>
        <p:nvPicPr>
          <p:cNvPr id="5" name="Picture 4" descr="Poulet sous des arbres">
            <a:extLst>
              <a:ext uri="{FF2B5EF4-FFF2-40B4-BE49-F238E27FC236}">
                <a16:creationId xmlns:a16="http://schemas.microsoft.com/office/drawing/2014/main" id="{F734778A-5D80-BB5D-B152-160123EEB1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60" r="16810" b="-1"/>
          <a:stretch>
            <a:fillRect/>
          </a:stretch>
        </p:blipFill>
        <p:spPr>
          <a:xfrm>
            <a:off x="20" y="10"/>
            <a:ext cx="6044164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723900"/>
            <a:ext cx="461007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81E507-D7BE-DF71-57D6-B561DC4F4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6186" y="2221992"/>
            <a:ext cx="4800600" cy="3739896"/>
          </a:xfrm>
        </p:spPr>
        <p:txBody>
          <a:bodyPr>
            <a:normAutofit/>
          </a:bodyPr>
          <a:lstStyle/>
          <a:p>
            <a:r>
              <a:rPr lang="fr-FR" noProof="0" dirty="0"/>
              <a:t>La poule qui chante, une entreprise française d’agroalimentaire</a:t>
            </a:r>
          </a:p>
          <a:p>
            <a:r>
              <a:rPr lang="fr-FR" noProof="0" dirty="0"/>
              <a:t>Poulet Agriculture Biologique</a:t>
            </a:r>
          </a:p>
          <a:p>
            <a:r>
              <a:rPr lang="fr-FR" noProof="0" dirty="0"/>
              <a:t>Se développer à l'international</a:t>
            </a:r>
          </a:p>
          <a:p>
            <a:endParaRPr lang="fr-FR" noProof="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6142781"/>
            <a:ext cx="46100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4596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5184E4-C93A-4E34-8365-1886AAC5D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AA3CE31-C8F0-F8CE-35DF-053ECF038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554762"/>
            <a:ext cx="3623818" cy="4559890"/>
          </a:xfrm>
        </p:spPr>
        <p:txBody>
          <a:bodyPr>
            <a:normAutofit/>
          </a:bodyPr>
          <a:lstStyle/>
          <a:p>
            <a:r>
              <a:rPr lang="fr-FR" noProof="0" dirty="0"/>
              <a:t>les grandes lignes du projet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AB0D40B-37F7-4F1F-B956-AFC12066A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68972" y="723901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8C542FE0-9A46-63E4-360A-8BEE7B749B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6764901"/>
              </p:ext>
            </p:extLst>
          </p:nvPr>
        </p:nvGraphicFramePr>
        <p:xfrm>
          <a:off x="5715000" y="723900"/>
          <a:ext cx="57150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12630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F0D6CBC-0161-6240-F905-BDB7E8823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823" y="2109493"/>
            <a:ext cx="4265763" cy="1441776"/>
          </a:xfrm>
        </p:spPr>
        <p:txBody>
          <a:bodyPr anchor="t">
            <a:normAutofit/>
          </a:bodyPr>
          <a:lstStyle/>
          <a:p>
            <a:r>
              <a:rPr lang="fr-FR" noProof="0" dirty="0"/>
              <a:t>Choix des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3107D8-B267-AE76-F093-4FA99B29C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353" y="2200490"/>
            <a:ext cx="5269831" cy="3445399"/>
          </a:xfrm>
        </p:spPr>
        <p:txBody>
          <a:bodyPr>
            <a:normAutofit/>
          </a:bodyPr>
          <a:lstStyle/>
          <a:p>
            <a:r>
              <a:rPr lang="fr-FR" noProof="0" dirty="0" err="1"/>
              <a:t>Disponibilite</a:t>
            </a:r>
            <a:r>
              <a:rPr lang="fr-FR" noProof="0" dirty="0"/>
              <a:t> alimentaire</a:t>
            </a:r>
          </a:p>
          <a:p>
            <a:r>
              <a:rPr lang="fr-FR" noProof="0" dirty="0"/>
              <a:t>Population</a:t>
            </a:r>
          </a:p>
          <a:p>
            <a:r>
              <a:rPr lang="fr-FR" noProof="0" dirty="0"/>
              <a:t>Importation et exportation</a:t>
            </a:r>
          </a:p>
          <a:p>
            <a:r>
              <a:rPr lang="fr-FR" noProof="0" dirty="0"/>
              <a:t>Production</a:t>
            </a:r>
          </a:p>
          <a:p>
            <a:r>
              <a:rPr lang="fr-FR" noProof="0" dirty="0" err="1"/>
              <a:t>Kfc</a:t>
            </a:r>
            <a:endParaRPr lang="fr-FR" noProof="0" dirty="0"/>
          </a:p>
          <a:p>
            <a:endParaRPr lang="fr-FR" noProof="0" dirty="0"/>
          </a:p>
          <a:p>
            <a:endParaRPr lang="fr-FR" noProof="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8F0A063-5253-8DF5-3B7B-12FE09670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50816" y="3764346"/>
            <a:ext cx="402336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186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DFAE76A-EB6B-6009-F4BA-F32B9846E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 sz="3300" noProof="0"/>
              <a:t>Disponibilite alimentaire</a:t>
            </a:r>
            <a:br>
              <a:rPr lang="fr-FR" sz="3300" noProof="0"/>
            </a:br>
            <a:endParaRPr lang="fr-FR" sz="3300" noProof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7D55B034-73B1-03FB-7B35-543914D92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387600"/>
            <a:ext cx="3799763" cy="3767328"/>
          </a:xfrm>
        </p:spPr>
        <p:txBody>
          <a:bodyPr>
            <a:normAutofit/>
          </a:bodyPr>
          <a:lstStyle/>
          <a:p>
            <a:r>
              <a:rPr lang="fr-FR" noProof="0" dirty="0" err="1"/>
              <a:t>Disponibilite</a:t>
            </a:r>
            <a:r>
              <a:rPr lang="fr-FR" noProof="0" dirty="0"/>
              <a:t> intérieure(kg)</a:t>
            </a:r>
          </a:p>
          <a:p>
            <a:r>
              <a:rPr lang="fr-FR" noProof="0" dirty="0"/>
              <a:t>Exportation(kg)</a:t>
            </a:r>
          </a:p>
          <a:p>
            <a:r>
              <a:rPr lang="fr-FR" noProof="0" dirty="0"/>
              <a:t>Importation(kg)</a:t>
            </a:r>
          </a:p>
          <a:p>
            <a:r>
              <a:rPr lang="fr-FR" noProof="0" dirty="0"/>
              <a:t>Nourriture (kg)</a:t>
            </a:r>
          </a:p>
          <a:p>
            <a:r>
              <a:rPr lang="fr-FR" noProof="0" dirty="0"/>
              <a:t>Pertes(kg)</a:t>
            </a:r>
          </a:p>
          <a:p>
            <a:r>
              <a:rPr lang="fr-FR" noProof="0" dirty="0"/>
              <a:t>Production(kg)</a:t>
            </a:r>
          </a:p>
          <a:p>
            <a:r>
              <a:rPr lang="fr-FR" noProof="0" dirty="0"/>
              <a:t>Zone</a:t>
            </a:r>
          </a:p>
          <a:p>
            <a:r>
              <a:rPr lang="fr-FR" noProof="0" dirty="0"/>
              <a:t>Source: FAO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FECC7B3-28BB-244D-5D13-4EC77BBFC0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37" r="16163" b="-2"/>
          <a:stretch>
            <a:fillRect/>
          </a:stretch>
        </p:blipFill>
        <p:spPr>
          <a:xfrm>
            <a:off x="4981575" y="735286"/>
            <a:ext cx="6495042" cy="541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5369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FDD5CDD-A1C1-E736-BC42-6BC78F45E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>
            <a:normAutofit/>
          </a:bodyPr>
          <a:lstStyle/>
          <a:p>
            <a:r>
              <a:rPr lang="fr-FR" sz="3600" noProof="0"/>
              <a:t>population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537AB6-537E-1092-F1FC-4A8E4AE2F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387600"/>
            <a:ext cx="3799763" cy="3767328"/>
          </a:xfrm>
        </p:spPr>
        <p:txBody>
          <a:bodyPr>
            <a:normAutofit/>
          </a:bodyPr>
          <a:lstStyle/>
          <a:p>
            <a:r>
              <a:rPr lang="fr-FR" noProof="0" dirty="0"/>
              <a:t>Zone</a:t>
            </a:r>
          </a:p>
          <a:p>
            <a:r>
              <a:rPr lang="fr-FR" noProof="0" dirty="0"/>
              <a:t>Valeur(population)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ADA3207-6DA3-AF3B-DB6D-D9B7ED857B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70" r="20230" b="2"/>
          <a:stretch>
            <a:fillRect/>
          </a:stretch>
        </p:blipFill>
        <p:spPr>
          <a:xfrm>
            <a:off x="4981575" y="735286"/>
            <a:ext cx="6495042" cy="541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960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98C73B3-05B3-9BC8-F05E-0A768EDB8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799763" cy="1473200"/>
          </a:xfrm>
        </p:spPr>
        <p:txBody>
          <a:bodyPr>
            <a:normAutofit/>
          </a:bodyPr>
          <a:lstStyle/>
          <a:p>
            <a:r>
              <a:rPr lang="fr-FR" sz="3600" noProof="0"/>
              <a:t>Importation et exportation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23470A-2AD4-FE77-A199-B63388750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387600"/>
            <a:ext cx="3799763" cy="3767328"/>
          </a:xfrm>
        </p:spPr>
        <p:txBody>
          <a:bodyPr>
            <a:normAutofit/>
          </a:bodyPr>
          <a:lstStyle/>
          <a:p>
            <a:r>
              <a:rPr lang="fr-FR" noProof="0" dirty="0"/>
              <a:t>Valeur </a:t>
            </a:r>
            <a:r>
              <a:rPr lang="fr-FR" noProof="0" dirty="0" err="1"/>
              <a:t>exporation</a:t>
            </a:r>
            <a:r>
              <a:rPr lang="fr-FR" noProof="0" dirty="0"/>
              <a:t>($)</a:t>
            </a:r>
          </a:p>
          <a:p>
            <a:r>
              <a:rPr lang="fr-FR" noProof="0" dirty="0"/>
              <a:t>Valeur importation($)</a:t>
            </a:r>
          </a:p>
          <a:p>
            <a:r>
              <a:rPr lang="fr-FR" noProof="0" dirty="0"/>
              <a:t>Zone</a:t>
            </a:r>
          </a:p>
          <a:p>
            <a:r>
              <a:rPr lang="fr-FR" noProof="0" dirty="0"/>
              <a:t>Source: </a:t>
            </a:r>
            <a:r>
              <a:rPr lang="fr-FR" noProof="0" dirty="0">
                <a:hlinkClick r:id="rId2"/>
              </a:rPr>
              <a:t>FAO</a:t>
            </a:r>
            <a:endParaRPr lang="fr-FR" noProof="0" dirty="0"/>
          </a:p>
          <a:p>
            <a:endParaRPr lang="fr-FR" noProof="0" dirty="0"/>
          </a:p>
          <a:p>
            <a:endParaRPr lang="fr-FR" noProof="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A3DD062-667E-2DC4-CB1C-90D6D03AAF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8" r="33769" b="1"/>
          <a:stretch>
            <a:fillRect/>
          </a:stretch>
        </p:blipFill>
        <p:spPr>
          <a:xfrm>
            <a:off x="4981575" y="735286"/>
            <a:ext cx="6495042" cy="541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698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A044C59-B859-2860-810A-5CDAC3D67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6186" y="909637"/>
            <a:ext cx="4800600" cy="1307592"/>
          </a:xfrm>
        </p:spPr>
        <p:txBody>
          <a:bodyPr>
            <a:normAutofit/>
          </a:bodyPr>
          <a:lstStyle/>
          <a:p>
            <a:r>
              <a:rPr lang="fr-FR" noProof="0" dirty="0" err="1"/>
              <a:t>PRoduction</a:t>
            </a:r>
            <a:endParaRPr lang="fr-FR" noProof="0" dirty="0"/>
          </a:p>
        </p:txBody>
      </p:sp>
      <p:pic>
        <p:nvPicPr>
          <p:cNvPr id="5" name="Picture 4" descr="Rangée et pile d'œufs sur un plateau">
            <a:extLst>
              <a:ext uri="{FF2B5EF4-FFF2-40B4-BE49-F238E27FC236}">
                <a16:creationId xmlns:a16="http://schemas.microsoft.com/office/drawing/2014/main" id="{D9768777-D3CA-696B-795E-1601FD5497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573" r="30258" b="-1"/>
          <a:stretch>
            <a:fillRect/>
          </a:stretch>
        </p:blipFill>
        <p:spPr>
          <a:xfrm>
            <a:off x="20" y="10"/>
            <a:ext cx="6044164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11FC409-B3C2-4F68-865C-C5333D6F2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723900"/>
            <a:ext cx="4610075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C354C8-F57D-E244-F78C-EF9C1A773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6186" y="2221992"/>
            <a:ext cx="4800600" cy="3739896"/>
          </a:xfrm>
        </p:spPr>
        <p:txBody>
          <a:bodyPr>
            <a:normAutofit/>
          </a:bodyPr>
          <a:lstStyle/>
          <a:p>
            <a:r>
              <a:rPr lang="fr-FR" noProof="0" dirty="0"/>
              <a:t>Prix de la production </a:t>
            </a:r>
          </a:p>
          <a:p>
            <a:pPr lvl="1"/>
            <a:r>
              <a:rPr lang="fr-FR" b="1" noProof="0" dirty="0"/>
              <a:t>Viande poids vif, poulet, fraîche ou réfrigérée $/kg	</a:t>
            </a:r>
          </a:p>
          <a:p>
            <a:pPr lvl="1"/>
            <a:r>
              <a:rPr lang="fr-FR" b="1" noProof="0" dirty="0"/>
              <a:t>Viande, poulet, fraîche ou réfrigérée $/kg</a:t>
            </a:r>
            <a:endParaRPr lang="fr-FR" noProof="0" dirty="0"/>
          </a:p>
          <a:p>
            <a:r>
              <a:rPr lang="fr-FR" noProof="0" dirty="0"/>
              <a:t>zone</a:t>
            </a:r>
          </a:p>
          <a:p>
            <a:r>
              <a:rPr lang="fr-FR" noProof="0" dirty="0"/>
              <a:t>Source : </a:t>
            </a:r>
            <a:r>
              <a:rPr lang="fr-FR" noProof="0" dirty="0" err="1">
                <a:hlinkClick r:id="rId3"/>
              </a:rPr>
              <a:t>fao</a:t>
            </a:r>
            <a:endParaRPr lang="fr-FR" noProof="0" dirty="0"/>
          </a:p>
          <a:p>
            <a:endParaRPr lang="fr-FR" noProof="0" dirty="0"/>
          </a:p>
          <a:p>
            <a:pPr lvl="1"/>
            <a:endParaRPr lang="fr-FR" b="1" noProof="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810270D-76A7-44B3-9746-7EDF57886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81300" y="6142781"/>
            <a:ext cx="461007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3522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A768C9-8FF6-1334-65E2-F226D87E4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 err="1"/>
              <a:t>kfc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BF1B08-EB2C-0C77-D58A-7EDAE488B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noProof="0" dirty="0"/>
              <a:t>Zone</a:t>
            </a:r>
          </a:p>
          <a:p>
            <a:r>
              <a:rPr lang="fr-FR" noProof="0" dirty="0"/>
              <a:t>Nombre de magasin</a:t>
            </a:r>
          </a:p>
          <a:p>
            <a:r>
              <a:rPr lang="fr-FR" noProof="0" dirty="0"/>
              <a:t>Source </a:t>
            </a:r>
            <a:r>
              <a:rPr lang="fr-FR" noProof="0" dirty="0" err="1"/>
              <a:t>Wikipedia</a:t>
            </a:r>
            <a:r>
              <a:rPr lang="fr-FR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23826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2F20000-FD86-48F6-9363-FEC90C932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2AE332-6ACA-45BE-875F-91A291D4A4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re 1">
            <a:extLst>
              <a:ext uri="{FF2B5EF4-FFF2-40B4-BE49-F238E27FC236}">
                <a16:creationId xmlns:a16="http://schemas.microsoft.com/office/drawing/2014/main" id="{D8411ED8-D420-17A4-A5E1-4B51A813C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129" y="914760"/>
            <a:ext cx="3678485" cy="3543764"/>
          </a:xfrm>
        </p:spPr>
        <p:txBody>
          <a:bodyPr>
            <a:normAutofit/>
          </a:bodyPr>
          <a:lstStyle/>
          <a:p>
            <a:r>
              <a:rPr lang="fr-FR" noProof="0" dirty="0" err="1"/>
              <a:t>DF_merged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50958F-47B8-3077-641A-8C90B8024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3168" y="993228"/>
            <a:ext cx="6720840" cy="4935981"/>
          </a:xfrm>
        </p:spPr>
        <p:txBody>
          <a:bodyPr>
            <a:normAutofit/>
          </a:bodyPr>
          <a:lstStyle/>
          <a:p>
            <a:r>
              <a:rPr lang="fr-FR" noProof="0" dirty="0"/>
              <a:t>Zone</a:t>
            </a:r>
          </a:p>
          <a:p>
            <a:r>
              <a:rPr lang="fr-FR" noProof="0" dirty="0" err="1"/>
              <a:t>Annee</a:t>
            </a:r>
            <a:r>
              <a:rPr lang="fr-FR" noProof="0" dirty="0"/>
              <a:t>: 2017</a:t>
            </a:r>
          </a:p>
          <a:p>
            <a:r>
              <a:rPr lang="fr-FR" noProof="0" dirty="0"/>
              <a:t>Export pour analyse</a:t>
            </a:r>
          </a:p>
        </p:txBody>
      </p:sp>
    </p:spTree>
    <p:extLst>
      <p:ext uri="{BB962C8B-B14F-4D97-AF65-F5344CB8AC3E}">
        <p14:creationId xmlns:p14="http://schemas.microsoft.com/office/powerpoint/2010/main" val="9444006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66ABBF9-2170-0078-F1DA-640E95F85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4749" y="909638"/>
            <a:ext cx="5201121" cy="13180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noProof="0"/>
              <a:t>DEndrogramme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7D513D39-CD4D-86C4-0FEC-AB1C72BFDA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67" b="951"/>
          <a:stretch>
            <a:fillRect/>
          </a:stretch>
        </p:blipFill>
        <p:spPr>
          <a:xfrm>
            <a:off x="20" y="10"/>
            <a:ext cx="5686740" cy="685799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22739" y="722376"/>
            <a:ext cx="16002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7252CC25-3C95-7F47-2931-B94771F64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0838" y="2236843"/>
            <a:ext cx="5201121" cy="3931920"/>
          </a:xfrm>
        </p:spPr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722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8157FBD-25CF-CC69-3047-27D8F58B3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/>
              <a:t>Pays par clusters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4DEFB711-C8D4-94B1-44F4-8BAD429E61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7718" r="13186"/>
          <a:stretch>
            <a:fillRect/>
          </a:stretch>
        </p:blipFill>
        <p:spPr>
          <a:xfrm>
            <a:off x="4473391" y="723901"/>
            <a:ext cx="6483716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161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7D65085-0A65-7138-D871-6CA338A33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100" noProof="0"/>
              <a:t>Dendogrames analyse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Espace réservé du contenu 3">
            <a:extLst>
              <a:ext uri="{FF2B5EF4-FFF2-40B4-BE49-F238E27FC236}">
                <a16:creationId xmlns:a16="http://schemas.microsoft.com/office/drawing/2014/main" id="{42F7DFF0-63AB-3493-B978-9ED1710F33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618251"/>
            <a:ext cx="7353299" cy="362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413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4ABF6B1-3A9A-4CEE-889E-0D96AB03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4231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90875B7-AA11-FF1C-CAE6-5F5D02733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53" y="919186"/>
            <a:ext cx="10744394" cy="7183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/>
              <a:t>Dendogrames analyse</a:t>
            </a:r>
          </a:p>
        </p:txBody>
      </p:sp>
      <p:cxnSp>
        <p:nvCxnSpPr>
          <p:cNvPr id="24" name="Straight Connector 22">
            <a:extLst>
              <a:ext uri="{FF2B5EF4-FFF2-40B4-BE49-F238E27FC236}">
                <a16:creationId xmlns:a16="http://schemas.microsoft.com/office/drawing/2014/main" id="{E0AA8030-FA65-4B8E-8530-372EEE851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Espace réservé du contenu 4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5709ACC9-81DD-54F6-821C-5A7EB1EBDF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3349388"/>
            <a:ext cx="3252267" cy="1926968"/>
          </a:xfrm>
          <a:prstGeom prst="rect">
            <a:avLst/>
          </a:prstGeom>
        </p:spPr>
      </p:pic>
      <p:pic>
        <p:nvPicPr>
          <p:cNvPr id="7" name="Image 6" descr="Une image contenant texte, capture d’écran, diagramme, ligne&#10;&#10;Le contenu généré par l’IA peut être incorrect.">
            <a:extLst>
              <a:ext uri="{FF2B5EF4-FFF2-40B4-BE49-F238E27FC236}">
                <a16:creationId xmlns:a16="http://schemas.microsoft.com/office/drawing/2014/main" id="{7E173BF8-F82A-81B8-38A4-29B1B49BC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6122" y="3347773"/>
            <a:ext cx="3257720" cy="1930198"/>
          </a:xfrm>
          <a:prstGeom prst="rect">
            <a:avLst/>
          </a:prstGeom>
        </p:spPr>
      </p:pic>
      <p:pic>
        <p:nvPicPr>
          <p:cNvPr id="9" name="Image 8" descr="Une image contenant texte, diagramme, capture d’écran, Tracé&#10;&#10;Le contenu généré par l’IA peut être incorrect.">
            <a:extLst>
              <a:ext uri="{FF2B5EF4-FFF2-40B4-BE49-F238E27FC236}">
                <a16:creationId xmlns:a16="http://schemas.microsoft.com/office/drawing/2014/main" id="{B2C1CDA5-8E3B-CAC6-E137-6E568A29DE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0" y="3343940"/>
            <a:ext cx="3270658" cy="193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970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Straight Connector 2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2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74ABF6B1-3A9A-4CEE-889E-0D96AB03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4231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7F17A98-3A0D-944D-DBB7-658DB093B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53" y="919186"/>
            <a:ext cx="10744394" cy="7183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noProof="0"/>
              <a:t>Nombre de cluster</a:t>
            </a:r>
          </a:p>
        </p:txBody>
      </p:sp>
      <p:cxnSp>
        <p:nvCxnSpPr>
          <p:cNvPr id="34" name="Straight Connector 26">
            <a:extLst>
              <a:ext uri="{FF2B5EF4-FFF2-40B4-BE49-F238E27FC236}">
                <a16:creationId xmlns:a16="http://schemas.microsoft.com/office/drawing/2014/main" id="{E0AA8030-FA65-4B8E-8530-372EEE851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D354399E-31C3-3B7F-83D6-44F20EB314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3011966"/>
            <a:ext cx="3252267" cy="260181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8116B85C-18AB-4F39-5FAE-AADE8B748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6122" y="3026073"/>
            <a:ext cx="3257720" cy="257359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654A801-E03F-F8EC-151E-65671AC463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0" y="3029140"/>
            <a:ext cx="3270658" cy="256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1719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65DDA6F-5201-D4ED-98FF-0A040208D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Nombre de pays dans </a:t>
            </a:r>
            <a:r>
              <a:rPr lang="en-US"/>
              <a:t>chaque</a:t>
            </a:r>
            <a:r>
              <a:rPr lang="en-US" dirty="0"/>
              <a:t> cluster</a:t>
            </a:r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FDCE6A7E-0AFB-996D-3CD6-BB2795D577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039179"/>
            <a:ext cx="7353299" cy="477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5645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31D9696-F4E7-67BF-752B-90A9FA34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Analyse</a:t>
            </a:r>
            <a:r>
              <a:rPr lang="en-US" dirty="0"/>
              <a:t> </a:t>
            </a:r>
            <a:r>
              <a:rPr lang="en-US"/>
              <a:t>kmeans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BD05175-E2A6-D3B7-AA8B-4CFF936B83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875616"/>
            <a:ext cx="7353299" cy="310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803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4ABF6B1-3A9A-4CEE-889E-0D96AB03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4231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21247E7-2199-4BDD-23C1-F1EDB5E36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53" y="919186"/>
            <a:ext cx="10744394" cy="7183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Kmeans</a:t>
            </a:r>
            <a:r>
              <a:rPr lang="en-US" dirty="0"/>
              <a:t> </a:t>
            </a:r>
            <a:r>
              <a:rPr lang="en-US" dirty="0" err="1"/>
              <a:t>analyse</a:t>
            </a:r>
            <a:r>
              <a:rPr lang="en-US" dirty="0"/>
              <a:t>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0AA8030-FA65-4B8E-8530-372EEE851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 8">
            <a:extLst>
              <a:ext uri="{FF2B5EF4-FFF2-40B4-BE49-F238E27FC236}">
                <a16:creationId xmlns:a16="http://schemas.microsoft.com/office/drawing/2014/main" id="{5B5C4775-B27E-F465-8A6C-DCDA3AEC9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3349388"/>
            <a:ext cx="3252267" cy="1926968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055E215C-3A60-460E-973B-35C2F7BD1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6122" y="3347773"/>
            <a:ext cx="3257720" cy="1930198"/>
          </a:xfrm>
          <a:prstGeom prst="rect">
            <a:avLst/>
          </a:prstGeom>
        </p:spPr>
      </p:pic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1E6E7018-164E-DB61-533A-8829116594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115300" y="3343940"/>
            <a:ext cx="3270658" cy="193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3207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3F63F66-FFFE-5A38-6263-6D98A0D92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Kmedoides</a:t>
            </a:r>
            <a:r>
              <a:rPr lang="en-US" dirty="0"/>
              <a:t> </a:t>
            </a:r>
            <a:r>
              <a:rPr lang="en-US"/>
              <a:t>nombre</a:t>
            </a:r>
            <a:r>
              <a:rPr lang="en-US" dirty="0"/>
              <a:t> de pays</a:t>
            </a:r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20018764-FE8D-3DA6-AC3F-232CA703AF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039179"/>
            <a:ext cx="7353299" cy="477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4838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652C3B1-57BC-048F-A58E-17C326DCF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Analyse</a:t>
            </a:r>
            <a:r>
              <a:rPr lang="en-US" dirty="0"/>
              <a:t> </a:t>
            </a:r>
            <a:r>
              <a:rPr lang="en-US"/>
              <a:t>kmedoides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61E78D28-B1F9-FA9A-2575-998426CC24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875616"/>
            <a:ext cx="7353299" cy="310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7675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4ABF6B1-3A9A-4CEE-889E-0D96AB03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4231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3A02B5-E329-DB56-F010-CEFA4F2F3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453" y="919186"/>
            <a:ext cx="10744394" cy="71836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Kmedoids</a:t>
            </a:r>
            <a:r>
              <a:rPr lang="en-US" dirty="0"/>
              <a:t> </a:t>
            </a:r>
            <a:r>
              <a:rPr lang="en-US" dirty="0" err="1"/>
              <a:t>analyse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0AA8030-FA65-4B8E-8530-372EEE851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 8">
            <a:extLst>
              <a:ext uri="{FF2B5EF4-FFF2-40B4-BE49-F238E27FC236}">
                <a16:creationId xmlns:a16="http://schemas.microsoft.com/office/drawing/2014/main" id="{8CBDCEE9-4766-92E1-6E73-9C21BC92C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3349388"/>
            <a:ext cx="3252267" cy="192696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98C9ED35-EFE0-13D1-EBE4-AB8E87FE0C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6122" y="3347773"/>
            <a:ext cx="3257720" cy="1930198"/>
          </a:xfrm>
          <a:prstGeom prst="rect">
            <a:avLst/>
          </a:prstGeom>
        </p:spPr>
      </p:pic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32D69835-B1A0-E35E-290E-D3C5660ACD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115300" y="3343940"/>
            <a:ext cx="3270658" cy="193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2482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41BFA31-6544-45C2-9DA0-9E1C5E0B1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2624EF1-DD39-FD0E-C04C-376392B7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871759"/>
            <a:ext cx="10925176" cy="112887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/>
              <a:t>Analyse en composantes principals (ACP)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C36F877-5419-44C1-A2CD-376BDDDC3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B99863E3-FF5E-E1C4-55D5-A402A65C3F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4026" y="1517940"/>
            <a:ext cx="4401273" cy="446829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570E641-D222-1BB6-AE3E-F97D9C9449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514" y="1535895"/>
            <a:ext cx="4824217" cy="4450341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4B21692-652C-4371-95C5-05248EF34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789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19734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1AB9B6A-5F72-AE42-81CE-039B07457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Acp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66A13169-E367-05BF-61B4-BF6359278C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90079" y="723901"/>
            <a:ext cx="565034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3279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1D57DB4-A4BA-898E-5912-57D0E7669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acp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EFA278E6-B512-2086-F1D7-60508D72C0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754239"/>
            <a:ext cx="7353299" cy="534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9296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A7AF7EF-4479-5821-E076-CE15C8B66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acp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15B7E4CB-D445-ECEF-6609-7483C8CEB7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82825" y="723901"/>
            <a:ext cx="5464849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4028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4DCA4FB-0D83-1CAF-0546-AA0BB883E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acp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0DE41BD-93EA-F104-FCE0-8586749E21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864538"/>
            <a:ext cx="7353299" cy="51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1564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0538B51-FF0B-8A90-69BA-3EE474B13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acp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C3CDA90A-3BC0-F261-58A2-B4FF1D4BCE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818580"/>
            <a:ext cx="7353299" cy="5220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5567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DB1C0DA-4A2C-D921-6D92-D9611ECB8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acp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48A84FF7-4BD4-EB0E-76F1-5BE440CDE2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809388"/>
            <a:ext cx="7353299" cy="523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8307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3142C28-7ADB-D4C7-15EA-F75CD9814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1D21FF52-11EE-E6C3-2C40-8F29BF2565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07071" y="2222500"/>
            <a:ext cx="4077846" cy="3740150"/>
          </a:xfrm>
        </p:spPr>
      </p:pic>
    </p:spTree>
    <p:extLst>
      <p:ext uri="{BB962C8B-B14F-4D97-AF65-F5344CB8AC3E}">
        <p14:creationId xmlns:p14="http://schemas.microsoft.com/office/powerpoint/2010/main" val="40095259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F99F442-1D44-3CE3-2A70-79895570F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559063"/>
            <a:ext cx="3306747" cy="5256025"/>
          </a:xfrm>
        </p:spPr>
        <p:txBody>
          <a:bodyPr>
            <a:normAutofit/>
          </a:bodyPr>
          <a:lstStyle/>
          <a:p>
            <a:r>
              <a:rPr lang="en-US" sz="3600"/>
              <a:t>conclusion</a:t>
            </a:r>
            <a:endParaRPr lang="fr-FR" sz="360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08482A-3474-32D9-344E-B85AA0571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22" y="622249"/>
            <a:ext cx="2860642" cy="5639712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fr-FR" dirty="0"/>
              <a:t>Chine - RAS de Hong-Kong </a:t>
            </a:r>
          </a:p>
          <a:p>
            <a:pPr>
              <a:lnSpc>
                <a:spcPct val="100000"/>
              </a:lnSpc>
            </a:pPr>
            <a:r>
              <a:rPr lang="fr-FR" dirty="0"/>
              <a:t>Iran (République islamique d’) </a:t>
            </a:r>
          </a:p>
          <a:p>
            <a:pPr>
              <a:lnSpc>
                <a:spcPct val="100000"/>
              </a:lnSpc>
            </a:pPr>
            <a:r>
              <a:rPr lang="fr-FR" dirty="0"/>
              <a:t>République de Corée </a:t>
            </a:r>
          </a:p>
          <a:p>
            <a:pPr>
              <a:lnSpc>
                <a:spcPct val="100000"/>
              </a:lnSpc>
            </a:pPr>
            <a:r>
              <a:rPr lang="fr-FR" dirty="0"/>
              <a:t>Pologne </a:t>
            </a:r>
          </a:p>
          <a:p>
            <a:pPr>
              <a:lnSpc>
                <a:spcPct val="100000"/>
              </a:lnSpc>
            </a:pPr>
            <a:r>
              <a:rPr lang="fr-FR" dirty="0"/>
              <a:t>États-Unis d'Amérique </a:t>
            </a:r>
          </a:p>
          <a:p>
            <a:pPr>
              <a:lnSpc>
                <a:spcPct val="100000"/>
              </a:lnSpc>
            </a:pPr>
            <a:r>
              <a:rPr lang="fr-FR" dirty="0"/>
              <a:t>Myanmar </a:t>
            </a:r>
          </a:p>
          <a:p>
            <a:pPr>
              <a:lnSpc>
                <a:spcPct val="100000"/>
              </a:lnSpc>
            </a:pPr>
            <a:r>
              <a:rPr lang="fr-FR" dirty="0"/>
              <a:t>Mexique </a:t>
            </a:r>
          </a:p>
          <a:p>
            <a:pPr>
              <a:lnSpc>
                <a:spcPct val="100000"/>
              </a:lnSpc>
            </a:pPr>
            <a:r>
              <a:rPr lang="fr-FR" dirty="0"/>
              <a:t>Japon </a:t>
            </a:r>
          </a:p>
          <a:p>
            <a:pPr>
              <a:lnSpc>
                <a:spcPct val="100000"/>
              </a:lnSpc>
            </a:pPr>
            <a:r>
              <a:rPr lang="fr-FR" dirty="0"/>
              <a:t>Pays-Bas </a:t>
            </a:r>
          </a:p>
          <a:p>
            <a:pPr>
              <a:lnSpc>
                <a:spcPct val="100000"/>
              </a:lnSpc>
            </a:pPr>
            <a:r>
              <a:rPr lang="fr-FR" dirty="0"/>
              <a:t>Émirats arabes unis </a:t>
            </a:r>
          </a:p>
          <a:p>
            <a:pPr>
              <a:lnSpc>
                <a:spcPct val="100000"/>
              </a:lnSpc>
            </a:pPr>
            <a:r>
              <a:rPr lang="fr-FR" dirty="0"/>
              <a:t>Philippines </a:t>
            </a:r>
          </a:p>
          <a:p>
            <a:pPr>
              <a:lnSpc>
                <a:spcPct val="100000"/>
              </a:lnSpc>
            </a:pPr>
            <a:r>
              <a:rPr lang="fr-FR" dirty="0"/>
              <a:t>Turquie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AFF0B6C-73E2-4B40-9280-938C14922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223541" y="723900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u contenu 2">
            <a:extLst>
              <a:ext uri="{FF2B5EF4-FFF2-40B4-BE49-F238E27FC236}">
                <a16:creationId xmlns:a16="http://schemas.microsoft.com/office/drawing/2014/main" id="{25FBF5CE-8EA1-BC5D-89A9-0CFE4F96C7ED}"/>
              </a:ext>
            </a:extLst>
          </p:cNvPr>
          <p:cNvSpPr txBox="1">
            <a:spLocks/>
          </p:cNvSpPr>
          <p:nvPr/>
        </p:nvSpPr>
        <p:spPr>
          <a:xfrm>
            <a:off x="7907197" y="723900"/>
            <a:ext cx="2860642" cy="5639712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fr-FR" dirty="0"/>
              <a:t>Pakistan </a:t>
            </a:r>
          </a:p>
          <a:p>
            <a:pPr>
              <a:lnSpc>
                <a:spcPct val="100000"/>
              </a:lnSpc>
            </a:pPr>
            <a:r>
              <a:rPr lang="fr-FR" dirty="0"/>
              <a:t>Espagne </a:t>
            </a:r>
          </a:p>
          <a:p>
            <a:pPr>
              <a:lnSpc>
                <a:spcPct val="100000"/>
              </a:lnSpc>
            </a:pPr>
            <a:r>
              <a:rPr lang="fr-FR" dirty="0"/>
              <a:t>Inde </a:t>
            </a:r>
          </a:p>
          <a:p>
            <a:pPr>
              <a:lnSpc>
                <a:spcPct val="100000"/>
              </a:lnSpc>
            </a:pPr>
            <a:r>
              <a:rPr lang="fr-FR" dirty="0"/>
              <a:t>France </a:t>
            </a:r>
          </a:p>
          <a:p>
            <a:pPr>
              <a:lnSpc>
                <a:spcPct val="100000"/>
              </a:lnSpc>
            </a:pPr>
            <a:r>
              <a:rPr lang="fr-FR" dirty="0"/>
              <a:t>Brésil </a:t>
            </a:r>
          </a:p>
          <a:p>
            <a:pPr>
              <a:lnSpc>
                <a:spcPct val="100000"/>
              </a:lnSpc>
            </a:pPr>
            <a:r>
              <a:rPr lang="fr-FR" dirty="0"/>
              <a:t>Royaume-Uni de Grande-Bretagne et d'Irlande du Nord </a:t>
            </a:r>
          </a:p>
          <a:p>
            <a:pPr>
              <a:lnSpc>
                <a:spcPct val="100000"/>
              </a:lnSpc>
            </a:pPr>
            <a:r>
              <a:rPr lang="fr-FR" dirty="0"/>
              <a:t>Ukraine </a:t>
            </a:r>
          </a:p>
          <a:p>
            <a:pPr>
              <a:lnSpc>
                <a:spcPct val="100000"/>
              </a:lnSpc>
            </a:pPr>
            <a:r>
              <a:rPr lang="fr-FR" dirty="0"/>
              <a:t>Pérou </a:t>
            </a:r>
          </a:p>
          <a:p>
            <a:pPr>
              <a:lnSpc>
                <a:spcPct val="100000"/>
              </a:lnSpc>
            </a:pPr>
            <a:r>
              <a:rPr lang="fr-FR" dirty="0"/>
              <a:t>Belgique </a:t>
            </a:r>
          </a:p>
          <a:p>
            <a:pPr>
              <a:lnSpc>
                <a:spcPct val="100000"/>
              </a:lnSpc>
            </a:pPr>
            <a:r>
              <a:rPr lang="fr-FR" dirty="0"/>
              <a:t>Colombie </a:t>
            </a:r>
          </a:p>
          <a:p>
            <a:pPr>
              <a:lnSpc>
                <a:spcPct val="100000"/>
              </a:lnSpc>
            </a:pPr>
            <a:r>
              <a:rPr lang="fr-FR" dirty="0"/>
              <a:t>Fédération de Russie </a:t>
            </a:r>
          </a:p>
          <a:p>
            <a:pPr>
              <a:lnSpc>
                <a:spcPct val="100000"/>
              </a:lnSpc>
            </a:pPr>
            <a:r>
              <a:rPr lang="fr-FR" dirty="0"/>
              <a:t>Allemagne </a:t>
            </a:r>
          </a:p>
          <a:p>
            <a:pPr>
              <a:lnSpc>
                <a:spcPct val="100000"/>
              </a:lnSpc>
            </a:pPr>
            <a:r>
              <a:rPr lang="fr-FR" dirty="0"/>
              <a:t>Argentine </a:t>
            </a:r>
          </a:p>
          <a:p>
            <a:pPr>
              <a:lnSpc>
                <a:spcPct val="100000"/>
              </a:lnSpc>
            </a:pPr>
            <a:r>
              <a:rPr lang="fr-FR" dirty="0"/>
              <a:t>Chine, continentale </a:t>
            </a:r>
          </a:p>
          <a:p>
            <a:pPr>
              <a:lnSpc>
                <a:spcPct val="100000"/>
              </a:lnSpc>
            </a:pPr>
            <a:r>
              <a:rPr lang="fr-FR" dirty="0"/>
              <a:t>Arabie saoudite </a:t>
            </a:r>
          </a:p>
          <a:p>
            <a:pPr>
              <a:lnSpc>
                <a:spcPct val="100000"/>
              </a:lnSpc>
            </a:pPr>
            <a:r>
              <a:rPr lang="fr-FR" dirty="0"/>
              <a:t>Iraq</a:t>
            </a:r>
            <a:endParaRPr lang="fr-FR" sz="700" dirty="0"/>
          </a:p>
        </p:txBody>
      </p:sp>
    </p:spTree>
    <p:extLst>
      <p:ext uri="{BB962C8B-B14F-4D97-AF65-F5344CB8AC3E}">
        <p14:creationId xmlns:p14="http://schemas.microsoft.com/office/powerpoint/2010/main" val="25795926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78EB459-3385-4BF6-A9E1-154CBA251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C37877D-71BA-BB79-246C-B15A4377E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0667"/>
            <a:ext cx="3985731" cy="1316736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  <a:endParaRPr lang="fr-FR" dirty="0"/>
          </a:p>
        </p:txBody>
      </p:sp>
      <p:cxnSp>
        <p:nvCxnSpPr>
          <p:cNvPr id="23" name="Straight Connector 17">
            <a:extLst>
              <a:ext uri="{FF2B5EF4-FFF2-40B4-BE49-F238E27FC236}">
                <a16:creationId xmlns:a16="http://schemas.microsoft.com/office/drawing/2014/main" id="{1DC20223-0542-4FF7-8F2F-136889161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433BB28-0627-9A74-1FBB-148E77042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27403"/>
            <a:ext cx="3985732" cy="3934097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093BCBF-3C6E-26A0-4956-F72AFFFDEE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629"/>
          <a:stretch>
            <a:fillRect/>
          </a:stretch>
        </p:blipFill>
        <p:spPr>
          <a:xfrm>
            <a:off x="5360560" y="10"/>
            <a:ext cx="3360396" cy="281939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D60B9C40-FB7F-53CE-0988-ABB18B970E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364" r="-1" b="-1"/>
          <a:stretch>
            <a:fillRect/>
          </a:stretch>
        </p:blipFill>
        <p:spPr>
          <a:xfrm>
            <a:off x="8720470" y="10"/>
            <a:ext cx="3471533" cy="2819390"/>
          </a:xfrm>
          <a:prstGeom prst="rect">
            <a:avLst/>
          </a:prstGeom>
        </p:spPr>
      </p:pic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393E5EC3-B226-462F-63F1-F25FB258A3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607" r="2" b="2"/>
          <a:stretch>
            <a:fillRect/>
          </a:stretch>
        </p:blipFill>
        <p:spPr>
          <a:xfrm>
            <a:off x="5360564" y="2819400"/>
            <a:ext cx="6831431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650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Straight Connector 11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13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4435F7F-53B3-F8A7-4DD2-CBCE916B2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Pays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1EE1B3-8043-1359-3B27-ED549379C3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624" y="4914199"/>
            <a:ext cx="2703583" cy="965440"/>
          </a:xfrm>
        </p:spPr>
        <p:txBody>
          <a:bodyPr vert="horz" lIns="91440" tIns="45720" rIns="91440" bIns="45720" rtlCol="0" anchor="b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highlight>
                  <a:srgbClr val="00FF00"/>
                </a:highlight>
              </a:rPr>
              <a:t>Chine - RAS de Hong-Kong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highlight>
                  <a:srgbClr val="FF0000"/>
                </a:highlight>
              </a:rPr>
              <a:t>Iran (République </a:t>
            </a:r>
            <a:r>
              <a:rPr lang="en-US" sz="1400" dirty="0" err="1">
                <a:highlight>
                  <a:srgbClr val="FF0000"/>
                </a:highlight>
              </a:rPr>
              <a:t>islamique</a:t>
            </a:r>
            <a:r>
              <a:rPr lang="en-US" sz="1400" dirty="0">
                <a:highlight>
                  <a:srgbClr val="FF0000"/>
                </a:highlight>
              </a:rPr>
              <a:t> d’)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highlight>
                  <a:srgbClr val="00FF00"/>
                </a:highlight>
              </a:rPr>
              <a:t>République de </a:t>
            </a:r>
            <a:r>
              <a:rPr lang="en-US" sz="1400" dirty="0" err="1">
                <a:highlight>
                  <a:srgbClr val="00FF00"/>
                </a:highlight>
              </a:rPr>
              <a:t>Corée</a:t>
            </a:r>
            <a:r>
              <a:rPr lang="en-US" sz="1400" dirty="0">
                <a:highlight>
                  <a:srgbClr val="00FF00"/>
                </a:highlight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 err="1">
                <a:highlight>
                  <a:srgbClr val="00FF00"/>
                </a:highlight>
              </a:rPr>
              <a:t>Pologne</a:t>
            </a:r>
            <a:r>
              <a:rPr lang="en-US" sz="1400" dirty="0"/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highlight>
                  <a:srgbClr val="FFFF00"/>
                </a:highlight>
              </a:rPr>
              <a:t>États-Unis </a:t>
            </a:r>
            <a:r>
              <a:rPr lang="en-US" sz="1400" dirty="0" err="1">
                <a:highlight>
                  <a:srgbClr val="FFFF00"/>
                </a:highlight>
              </a:rPr>
              <a:t>d'Amérique</a:t>
            </a:r>
            <a:r>
              <a:rPr lang="en-US" sz="1400" dirty="0">
                <a:highlight>
                  <a:srgbClr val="FFFF00"/>
                </a:highlight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highlight>
                  <a:srgbClr val="FFFF00"/>
                </a:highlight>
              </a:rPr>
              <a:t>Myanmar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 err="1">
                <a:highlight>
                  <a:srgbClr val="00FF00"/>
                </a:highlight>
              </a:rPr>
              <a:t>Mexique</a:t>
            </a:r>
            <a:r>
              <a:rPr lang="en-US" sz="1400" dirty="0">
                <a:highlight>
                  <a:srgbClr val="00FF00"/>
                </a:highlight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 err="1">
                <a:highlight>
                  <a:srgbClr val="00FF00"/>
                </a:highlight>
              </a:rPr>
              <a:t>Japon</a:t>
            </a:r>
            <a:r>
              <a:rPr lang="en-US" sz="1400" dirty="0">
                <a:highlight>
                  <a:srgbClr val="00FF00"/>
                </a:highlight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highlight>
                  <a:srgbClr val="00FF00"/>
                </a:highlight>
              </a:rPr>
              <a:t>Pays-Bas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 err="1">
                <a:highlight>
                  <a:srgbClr val="00FF00"/>
                </a:highlight>
              </a:rPr>
              <a:t>Émirats</a:t>
            </a:r>
            <a:r>
              <a:rPr lang="en-US" sz="1400" dirty="0">
                <a:highlight>
                  <a:srgbClr val="00FF00"/>
                </a:highlight>
              </a:rPr>
              <a:t> </a:t>
            </a:r>
            <a:r>
              <a:rPr lang="en-US" sz="1400" dirty="0" err="1">
                <a:highlight>
                  <a:srgbClr val="00FF00"/>
                </a:highlight>
              </a:rPr>
              <a:t>arabes</a:t>
            </a:r>
            <a:r>
              <a:rPr lang="en-US" sz="1400" dirty="0">
                <a:highlight>
                  <a:srgbClr val="00FF00"/>
                </a:highlight>
              </a:rPr>
              <a:t> unis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highlight>
                  <a:srgbClr val="00FF00"/>
                </a:highlight>
              </a:rPr>
              <a:t>Philippines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 err="1">
                <a:highlight>
                  <a:srgbClr val="00FF00"/>
                </a:highlight>
              </a:rPr>
              <a:t>Turquie</a:t>
            </a:r>
            <a:r>
              <a:rPr lang="en-US" sz="1400" dirty="0">
                <a:highlight>
                  <a:srgbClr val="00FF00"/>
                </a:highlight>
              </a:rPr>
              <a:t> </a:t>
            </a:r>
          </a:p>
        </p:txBody>
      </p:sp>
      <p:cxnSp>
        <p:nvCxnSpPr>
          <p:cNvPr id="27" name="Straight Connector 17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80210D4F-3DEE-5D57-32EC-429D1F42C202}"/>
              </a:ext>
            </a:extLst>
          </p:cNvPr>
          <p:cNvSpPr txBox="1">
            <a:spLocks/>
          </p:cNvSpPr>
          <p:nvPr/>
        </p:nvSpPr>
        <p:spPr>
          <a:xfrm>
            <a:off x="7907197" y="723900"/>
            <a:ext cx="2860642" cy="5639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fr-FR" sz="1400" dirty="0">
                <a:highlight>
                  <a:srgbClr val="FF00FF"/>
                </a:highlight>
              </a:rPr>
              <a:t>Pakistan</a:t>
            </a:r>
            <a:r>
              <a:rPr lang="fr-FR" sz="1400" dirty="0">
                <a:highlight>
                  <a:srgbClr val="00FFFF"/>
                </a:highlight>
              </a:rPr>
              <a:t> </a:t>
            </a:r>
          </a:p>
          <a:p>
            <a:pPr>
              <a:lnSpc>
                <a:spcPct val="90000"/>
              </a:lnSpc>
            </a:pPr>
            <a:r>
              <a:rPr lang="fr-FR" sz="1400" dirty="0">
                <a:highlight>
                  <a:srgbClr val="00FF00"/>
                </a:highlight>
              </a:rPr>
              <a:t>Espagne </a:t>
            </a:r>
          </a:p>
          <a:p>
            <a:pPr>
              <a:lnSpc>
                <a:spcPct val="90000"/>
              </a:lnSpc>
            </a:pPr>
            <a:r>
              <a:rPr lang="fr-FR" sz="1400" dirty="0">
                <a:highlight>
                  <a:srgbClr val="FF00FF"/>
                </a:highlight>
              </a:rPr>
              <a:t>Inde </a:t>
            </a:r>
          </a:p>
          <a:p>
            <a:pPr>
              <a:lnSpc>
                <a:spcPct val="90000"/>
              </a:lnSpc>
            </a:pPr>
            <a:r>
              <a:rPr lang="fr-FR" sz="1400" dirty="0">
                <a:highlight>
                  <a:srgbClr val="00FFFF"/>
                </a:highlight>
              </a:rPr>
              <a:t>France </a:t>
            </a:r>
          </a:p>
          <a:p>
            <a:pPr>
              <a:lnSpc>
                <a:spcPct val="90000"/>
              </a:lnSpc>
            </a:pPr>
            <a:r>
              <a:rPr lang="fr-FR" sz="1400" dirty="0">
                <a:highlight>
                  <a:srgbClr val="00FF00"/>
                </a:highlight>
              </a:rPr>
              <a:t>Brésil </a:t>
            </a:r>
          </a:p>
          <a:p>
            <a:pPr>
              <a:lnSpc>
                <a:spcPct val="90000"/>
              </a:lnSpc>
            </a:pPr>
            <a:r>
              <a:rPr lang="fr-FR" sz="1400" dirty="0">
                <a:highlight>
                  <a:srgbClr val="00FF00"/>
                </a:highlight>
              </a:rPr>
              <a:t>Royaume-Uni de Grande-Bretagne et d'Irlande du Nord </a:t>
            </a:r>
          </a:p>
          <a:p>
            <a:pPr>
              <a:lnSpc>
                <a:spcPct val="90000"/>
              </a:lnSpc>
            </a:pPr>
            <a:r>
              <a:rPr lang="fr-FR" sz="1400" dirty="0">
                <a:highlight>
                  <a:srgbClr val="FF0000"/>
                </a:highlight>
              </a:rPr>
              <a:t>Ukraine </a:t>
            </a:r>
          </a:p>
          <a:p>
            <a:pPr>
              <a:lnSpc>
                <a:spcPct val="90000"/>
              </a:lnSpc>
            </a:pPr>
            <a:r>
              <a:rPr lang="fr-FR" sz="1400" dirty="0">
                <a:highlight>
                  <a:srgbClr val="00FF00"/>
                </a:highlight>
              </a:rPr>
              <a:t>Pérou </a:t>
            </a:r>
          </a:p>
          <a:p>
            <a:pPr>
              <a:lnSpc>
                <a:spcPct val="90000"/>
              </a:lnSpc>
            </a:pPr>
            <a:r>
              <a:rPr lang="fr-FR" sz="1400" dirty="0">
                <a:highlight>
                  <a:srgbClr val="00FF00"/>
                </a:highlight>
              </a:rPr>
              <a:t>Belgique </a:t>
            </a:r>
          </a:p>
          <a:p>
            <a:pPr>
              <a:lnSpc>
                <a:spcPct val="90000"/>
              </a:lnSpc>
            </a:pPr>
            <a:r>
              <a:rPr lang="fr-FR" sz="1400" dirty="0">
                <a:highlight>
                  <a:srgbClr val="00FF00"/>
                </a:highlight>
              </a:rPr>
              <a:t>Colombie </a:t>
            </a:r>
          </a:p>
          <a:p>
            <a:pPr>
              <a:lnSpc>
                <a:spcPct val="90000"/>
              </a:lnSpc>
            </a:pPr>
            <a:r>
              <a:rPr lang="fr-FR" sz="1400" dirty="0">
                <a:highlight>
                  <a:srgbClr val="FF0000"/>
                </a:highlight>
              </a:rPr>
              <a:t>Fédération de Russie </a:t>
            </a:r>
          </a:p>
          <a:p>
            <a:pPr>
              <a:lnSpc>
                <a:spcPct val="90000"/>
              </a:lnSpc>
            </a:pPr>
            <a:r>
              <a:rPr lang="fr-FR" sz="1400" dirty="0">
                <a:highlight>
                  <a:srgbClr val="00FF00"/>
                </a:highlight>
              </a:rPr>
              <a:t>Allemagne </a:t>
            </a:r>
          </a:p>
          <a:p>
            <a:pPr>
              <a:lnSpc>
                <a:spcPct val="90000"/>
              </a:lnSpc>
            </a:pPr>
            <a:r>
              <a:rPr lang="fr-FR" sz="1400" dirty="0">
                <a:highlight>
                  <a:srgbClr val="00FF00"/>
                </a:highlight>
              </a:rPr>
              <a:t>Argentine </a:t>
            </a:r>
          </a:p>
          <a:p>
            <a:pPr>
              <a:lnSpc>
                <a:spcPct val="90000"/>
              </a:lnSpc>
            </a:pPr>
            <a:r>
              <a:rPr lang="fr-FR" sz="1400" dirty="0">
                <a:highlight>
                  <a:srgbClr val="FFFF00"/>
                </a:highlight>
              </a:rPr>
              <a:t>Chine, continentale </a:t>
            </a:r>
          </a:p>
          <a:p>
            <a:pPr>
              <a:lnSpc>
                <a:spcPct val="90000"/>
              </a:lnSpc>
            </a:pPr>
            <a:r>
              <a:rPr lang="fr-FR" sz="1400" dirty="0">
                <a:highlight>
                  <a:srgbClr val="FFFF00"/>
                </a:highlight>
              </a:rPr>
              <a:t>Arabie saoudite </a:t>
            </a:r>
          </a:p>
          <a:p>
            <a:pPr>
              <a:lnSpc>
                <a:spcPct val="90000"/>
              </a:lnSpc>
            </a:pPr>
            <a:r>
              <a:rPr lang="fr-FR" sz="1400" dirty="0">
                <a:highlight>
                  <a:srgbClr val="FF0000"/>
                </a:highlight>
              </a:rPr>
              <a:t>Iraq</a:t>
            </a:r>
          </a:p>
        </p:txBody>
      </p:sp>
    </p:spTree>
    <p:extLst>
      <p:ext uri="{BB962C8B-B14F-4D97-AF65-F5344CB8AC3E}">
        <p14:creationId xmlns:p14="http://schemas.microsoft.com/office/powerpoint/2010/main" val="3982210103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5586</TotalTime>
  <Words>302</Words>
  <Application>Microsoft Office PowerPoint</Application>
  <PresentationFormat>Grand écran</PresentationFormat>
  <Paragraphs>125</Paragraphs>
  <Slides>32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37" baseType="lpstr">
      <vt:lpstr>Arial</vt:lpstr>
      <vt:lpstr>Bierstadt</vt:lpstr>
      <vt:lpstr>Calisto MT</vt:lpstr>
      <vt:lpstr>Univers Condensed</vt:lpstr>
      <vt:lpstr>ChronicleVTI</vt:lpstr>
      <vt:lpstr>La poule qui chante</vt:lpstr>
      <vt:lpstr>Context de la mission</vt:lpstr>
      <vt:lpstr>les grandes lignes du projet</vt:lpstr>
      <vt:lpstr>Choix des données</vt:lpstr>
      <vt:lpstr>Disponibilite alimentaire </vt:lpstr>
      <vt:lpstr>population</vt:lpstr>
      <vt:lpstr>Importation et exportation</vt:lpstr>
      <vt:lpstr>PRoduction</vt:lpstr>
      <vt:lpstr>kfc</vt:lpstr>
      <vt:lpstr>DF_merged</vt:lpstr>
      <vt:lpstr>DEndrogramme</vt:lpstr>
      <vt:lpstr>Pays par clusters</vt:lpstr>
      <vt:lpstr>Dendogrames analyse</vt:lpstr>
      <vt:lpstr>Dendogrames analyse</vt:lpstr>
      <vt:lpstr>Nombre de cluster</vt:lpstr>
      <vt:lpstr>Nombre de pays dans chaque cluster</vt:lpstr>
      <vt:lpstr>Analyse kmeans</vt:lpstr>
      <vt:lpstr>Kmeans analyse </vt:lpstr>
      <vt:lpstr>Kmedoides nombre de pays</vt:lpstr>
      <vt:lpstr>Analyse kmedoides</vt:lpstr>
      <vt:lpstr>Kmedoids analyse</vt:lpstr>
      <vt:lpstr>Analyse en composantes principals (ACP)</vt:lpstr>
      <vt:lpstr>Acp</vt:lpstr>
      <vt:lpstr>acp</vt:lpstr>
      <vt:lpstr>acp</vt:lpstr>
      <vt:lpstr>acp</vt:lpstr>
      <vt:lpstr>acp</vt:lpstr>
      <vt:lpstr>acp</vt:lpstr>
      <vt:lpstr>Conclusion</vt:lpstr>
      <vt:lpstr>conclusion</vt:lpstr>
      <vt:lpstr>conclusion</vt:lpstr>
      <vt:lpstr>Pays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Ruben Kraan</dc:creator>
  <cp:lastModifiedBy>Ruben Kraan</cp:lastModifiedBy>
  <cp:revision>1</cp:revision>
  <dcterms:created xsi:type="dcterms:W3CDTF">2025-06-27T06:44:48Z</dcterms:created>
  <dcterms:modified xsi:type="dcterms:W3CDTF">2025-07-15T07:45:48Z</dcterms:modified>
</cp:coreProperties>
</file>