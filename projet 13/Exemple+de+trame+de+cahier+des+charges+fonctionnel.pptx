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345C1695-4F49-62B6-27BA-F93B0A96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6DEA2EA3-A588-23AE-927C-FF362999E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FA0AAD6C-9C78-303B-D184-9D96849F2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290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466730" y="1598246"/>
            <a:ext cx="4554659" cy="5034817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sz="8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5792994" y="1590840"/>
            <a:ext cx="5010506" cy="5007531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rPr lang="fr-FR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6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8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</a:p>
        </p:txBody>
      </p:sp>
      <p:sp>
        <p:nvSpPr>
          <p:cNvPr id="10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605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</p:txBody>
      </p:sp>
      <p:sp>
        <p:nvSpPr>
          <p:cNvPr id="10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Protofolio 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site web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Video de formation powerbi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Document de formation powerbi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Analyse besoin métiers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Gestion du projet 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Cahiers des charges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5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</p:txBody>
      </p:sp>
      <p:sp>
        <p:nvSpPr>
          <p:cNvPr id="1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sz="2000" b="1">
                <a:solidFill>
                  <a:schemeClr val="tx1">
                    <a:alpha val="80000"/>
                  </a:schemeClr>
                </a:solidFill>
              </a:rPr>
              <a:t>Besoins de l’entreprise (Aéroworld)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Gérer des volumes massifs de données (vols, capteurs, maintenance, clients)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Mettre en place des systèmes robustes (Data Lake, infrastructures évolutives)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Exploiter l’IA et le machine learning pour l’analyse prédictive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Harmoniser les données entre départements (interopérabilité)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Sécuriser les données sensibles (plans, clients, opérations)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Transformer les données en informations stratégiques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EEECEE92-FD31-F11F-8AA3-42E06CFD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04AEEE9F-859D-8B28-9AE3-0E2D0884E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5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</p:txBody>
      </p:sp>
      <p:sp>
        <p:nvSpPr>
          <p:cNvPr id="1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EF477B82-C332-DF31-1496-79119AA15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sz="2000" b="1">
                <a:solidFill>
                  <a:schemeClr val="tx1">
                    <a:alpha val="80000"/>
                  </a:schemeClr>
                </a:solidFill>
              </a:rPr>
              <a:t>Besoins du client (profil recherché)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Identifier les besoins métier et les enjeux data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Rédiger un cahier des charges fonctionnel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Organiser un projet data avec des outils de gestion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Accompagner les équipes dans la prise en main des outils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Documenter les procédures pour une gestion fiable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Adopter une posture de consultant (challenge, conseil, vulgarisation)</a:t>
            </a:r>
          </a:p>
          <a:p>
            <a:r>
              <a:rPr lang="fr-FR" sz="2000">
                <a:solidFill>
                  <a:schemeClr val="tx1">
                    <a:alpha val="80000"/>
                  </a:schemeClr>
                </a:solidFill>
              </a:rPr>
              <a:t>Valoriser les soft skills : rigueur, pédagogie, communication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1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5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</p:txBody>
      </p:sp>
      <p:sp>
        <p:nvSpPr>
          <p:cNvPr id="118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Data Analyst/developpeur web</a:t>
            </a:r>
          </a:p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Coach </a:t>
            </a:r>
            <a:b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</p:txBody>
      </p:sp>
      <p:sp>
        <p:nvSpPr>
          <p:cNvPr id="1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Clarté visuelle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design épuré, hiérarchisation des informations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Navigation fluide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structure logique, sommaire ou menu interactif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Lisibilité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typographie simple, contraste suffisant, taille adaptée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Cohérence graphique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palette de couleurs harmonieuse, éléments visuels alignés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Interactivité (si numérique)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liens cliquables, animations légères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Accessibilité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compatible avec différents supports (PC, tablette, mobile)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Personnalisation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identité visuelle propre, reflet du profil du candidat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Valorisation des livrables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mise en avant des projets, résultats et impacts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Adaptation au public cible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discours adapté aux recruteurs non techniques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fr-FR" altLang="fr-FR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Posture professionnelle</a:t>
            </a:r>
            <a:r>
              <a:rPr lang="fr-FR" altLang="fr-FR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: ton consultant, rigueur, pédagogie, capacité à vulgariser</a:t>
            </a:r>
          </a:p>
        </p:txBody>
      </p:sp>
      <p:sp>
        <p:nvSpPr>
          <p:cNvPr id="12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</p:txBody>
      </p:sp>
      <p:sp>
        <p:nvSpPr>
          <p:cNvPr id="13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indent="-457200">
              <a:buSzPts val="2800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Rgpd </a:t>
            </a:r>
          </a:p>
          <a:p>
            <a:pPr indent="-457200">
              <a:buSzPts val="2800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Liste de projet </a:t>
            </a:r>
          </a:p>
          <a:p>
            <a:pPr indent="-457200">
              <a:buSzPts val="2800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Filtre sur technique</a:t>
            </a:r>
          </a:p>
          <a:p>
            <a:pPr indent="-457200">
              <a:buSzPts val="2800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Pdf de mon cv  </a:t>
            </a: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rtl="0"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endParaRPr lang="fr-FR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3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</a:p>
        </p:txBody>
      </p:sp>
      <p:sp>
        <p:nvSpPr>
          <p:cNvPr id="13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Css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Github pages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Repo github pour les projets 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fr-FR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4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</a:p>
        </p:txBody>
      </p:sp>
      <p:sp>
        <p:nvSpPr>
          <p:cNvPr id="14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457200" lvl="0" indent="-334327" rtl="0">
              <a:spcBef>
                <a:spcPts val="0"/>
              </a:spcBef>
              <a:spcAft>
                <a:spcPts val="600"/>
              </a:spcAft>
              <a:buSzPct val="64285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temps  1 mois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budget gratuit si possible </a:t>
            </a:r>
          </a:p>
          <a:p>
            <a:pPr marL="457200" lvl="0" indent="-334327" rtl="0">
              <a:spcBef>
                <a:spcPts val="0"/>
              </a:spcBef>
              <a:spcAft>
                <a:spcPts val="600"/>
              </a:spcAft>
              <a:buSzPct val="64285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W3C </a:t>
            </a:r>
          </a:p>
          <a:p>
            <a:pPr marL="457200" lvl="0" indent="-334327" rtl="0">
              <a:spcBef>
                <a:spcPts val="0"/>
              </a:spcBef>
              <a:spcAft>
                <a:spcPts val="600"/>
              </a:spcAft>
              <a:buSzPct val="64285"/>
              <a:buFont typeface="Montserrat"/>
              <a:buChar char="•"/>
            </a:pPr>
            <a:r>
              <a:rPr lang="fr-FR" sz="20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Rapport lighthouse 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fr-FR" sz="20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</a:p>
        </p:txBody>
      </p:sp>
      <p:sp>
        <p:nvSpPr>
          <p:cNvPr id="148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0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sz="16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projet.</a:t>
            </a:r>
            <a:br>
              <a:rPr lang="fr-FR" sz="1600">
                <a:solidFill>
                  <a:schemeClr val="tx1">
                    <a:alpha val="8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Coûts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Respect du budget prévisionnel</a:t>
            </a:r>
          </a:p>
          <a:p>
            <a:pPr marL="114300" indent="0">
              <a:buNone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Délais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Respect du planning projet (jalons atteints dans les temps)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Taux de retard sur les livrables critiques</a:t>
            </a:r>
          </a:p>
          <a:p>
            <a:pPr marL="114300" indent="0">
              <a:buNone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Qualité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Taux de conformité des livrables aux exigences du cahier des charges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Nombre de retours ou corrections demandées par le client</a:t>
            </a:r>
          </a:p>
          <a:p>
            <a:pPr marL="114300" indent="0">
              <a:buNone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Efficacité et avancement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Taux d’avancement du projet (% des tâches réalisées)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Satisfaction des parties prenantes (via feedback ou scoring)</a:t>
            </a:r>
          </a:p>
          <a:p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Coach </a:t>
            </a:r>
          </a:p>
        </p:txBody>
      </p:sp>
      <p:sp>
        <p:nvSpPr>
          <p:cNvPr id="15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Montserrat"/>
              </a:rPr>
              <a:t>Rétroplanning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E4DD9A-2D44-B305-552B-611FE1CD3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295" y="643466"/>
            <a:ext cx="3786742" cy="55687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5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  <p:sp>
        <p:nvSpPr>
          <p:cNvPr id="16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1. Organisation du projet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Rédaction du cahier des charges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Création du diagramme de Gantt</a:t>
            </a:r>
          </a:p>
          <a:p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Coût estimé</a:t>
            </a:r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 : 0 € (temps personnel)</a:t>
            </a:r>
          </a:p>
          <a:p>
            <a:pPr marL="114300" indent="0">
              <a:buNone/>
            </a:pPr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2. Conception visuelle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Mock-ups du portfolio et des tableaux de bord (Miro, Figma)</a:t>
            </a:r>
          </a:p>
          <a:p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Coût estimé</a:t>
            </a:r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 : 0–15 € (selon outil utilisé)</a:t>
            </a:r>
          </a:p>
          <a:p>
            <a:pPr marL="114300" indent="0">
              <a:buNone/>
            </a:pPr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3. Réalisation des livrables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Tableaux de bord (Power BI, Tableau)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Documentation technique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Vidéo de formation (Loom ou équivalent)</a:t>
            </a:r>
          </a:p>
          <a:p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Coût estimé</a:t>
            </a:r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 : 0–30 € (selon licences ou abonnements)</a:t>
            </a:r>
          </a:p>
          <a:p>
            <a:pPr marL="114300" indent="0">
              <a:buNone/>
            </a:pPr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4. Intégration du portfolio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Hébergement sur  GitHub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Mise en forme finale</a:t>
            </a:r>
          </a:p>
          <a:p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Coût estimé</a:t>
            </a:r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 : 0 € (GitHub gratuit)</a:t>
            </a:r>
          </a:p>
          <a:p>
            <a:pPr marL="114300" indent="0">
              <a:buNone/>
            </a:pPr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5. Temps de travail</a:t>
            </a:r>
          </a:p>
          <a:p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Estimation : 70 heures</a:t>
            </a:r>
          </a:p>
          <a:p>
            <a:r>
              <a:rPr lang="fr-FR" sz="1100" b="1">
                <a:solidFill>
                  <a:schemeClr val="tx1">
                    <a:alpha val="80000"/>
                  </a:schemeClr>
                </a:solidFill>
              </a:rPr>
              <a:t>Coût personnel</a:t>
            </a:r>
            <a:r>
              <a:rPr lang="fr-FR" sz="1100">
                <a:solidFill>
                  <a:schemeClr val="tx1">
                    <a:alpha val="80000"/>
                  </a:schemeClr>
                </a:solidFill>
              </a:rPr>
              <a:t> : variable selon disponibilité</a:t>
            </a:r>
          </a:p>
          <a:p>
            <a:pPr marL="457200" lvl="0" indent="0" rtl="0">
              <a:spcBef>
                <a:spcPts val="0"/>
              </a:spcBef>
              <a:spcAft>
                <a:spcPts val="1000"/>
              </a:spcAft>
              <a:buNone/>
            </a:pPr>
            <a:endParaRPr lang="fr-FR" sz="1100">
              <a:solidFill>
                <a:schemeClr val="tx1">
                  <a:alpha val="8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Grand écran</PresentationFormat>
  <Paragraphs>108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Montserrat</vt:lpstr>
      <vt:lpstr>Calibri</vt:lpstr>
      <vt:lpstr>Arial</vt:lpstr>
      <vt:lpstr>Thème Office</vt:lpstr>
      <vt:lpstr>Cahier des charges</vt:lpstr>
      <vt:lpstr>Sommaire</vt:lpstr>
      <vt:lpstr>Présentation du projet</vt:lpstr>
      <vt:lpstr>Enjeux et objectifs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 Kraan</cp:lastModifiedBy>
  <cp:revision>2</cp:revision>
  <dcterms:modified xsi:type="dcterms:W3CDTF">2025-08-11T17:35:36Z</dcterms:modified>
</cp:coreProperties>
</file>